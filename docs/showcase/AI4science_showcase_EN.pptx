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65" r:id="rId3"/>
    <p:sldId id="268" r:id="rId4"/>
    <p:sldId id="257" r:id="rId5"/>
    <p:sldId id="258" r:id="rId6"/>
    <p:sldId id="259" r:id="rId7"/>
    <p:sldId id="266" r:id="rId8"/>
    <p:sldId id="260" r:id="rId9"/>
    <p:sldId id="267" r:id="rId10"/>
    <p:sldId id="269" r:id="rId11"/>
    <p:sldId id="261" r:id="rId12"/>
    <p:sldId id="262" r:id="rId13"/>
    <p:sldId id="263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8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spectrum</c:v>
          </c:tx>
          <c:spPr>
            <a:ln w="24765">
              <a:solidFill>
                <a:srgbClr val="285F97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179"/>
              <c:pt idx="0">
                <c:v>18</c:v>
              </c:pt>
              <c:pt idx="1">
                <c:v>18.14</c:v>
              </c:pt>
              <c:pt idx="2">
                <c:v>18.28</c:v>
              </c:pt>
              <c:pt idx="3">
                <c:v>18.420000000000002</c:v>
              </c:pt>
              <c:pt idx="4">
                <c:v>18.560000000000002</c:v>
              </c:pt>
              <c:pt idx="5">
                <c:v>18.700000000000003</c:v>
              </c:pt>
              <c:pt idx="6">
                <c:v>18.96</c:v>
              </c:pt>
              <c:pt idx="7">
                <c:v>19.04</c:v>
              </c:pt>
              <c:pt idx="8">
                <c:v>19.12</c:v>
              </c:pt>
              <c:pt idx="9">
                <c:v>19.259999999999998</c:v>
              </c:pt>
              <c:pt idx="10">
                <c:v>19.399999999999999</c:v>
              </c:pt>
              <c:pt idx="11">
                <c:v>19.54</c:v>
              </c:pt>
              <c:pt idx="12">
                <c:v>19.8</c:v>
              </c:pt>
              <c:pt idx="13">
                <c:v>19.939999999999998</c:v>
              </c:pt>
              <c:pt idx="14">
                <c:v>19.96</c:v>
              </c:pt>
              <c:pt idx="15">
                <c:v>20.100000000000001</c:v>
              </c:pt>
              <c:pt idx="16">
                <c:v>20.240000000000002</c:v>
              </c:pt>
              <c:pt idx="17">
                <c:v>20.380000000000003</c:v>
              </c:pt>
              <c:pt idx="18">
                <c:v>20.52</c:v>
              </c:pt>
              <c:pt idx="19">
                <c:v>20.66</c:v>
              </c:pt>
              <c:pt idx="20">
                <c:v>20.8</c:v>
              </c:pt>
              <c:pt idx="21">
                <c:v>21.060000000000002</c:v>
              </c:pt>
              <c:pt idx="22">
                <c:v>21.18</c:v>
              </c:pt>
              <c:pt idx="23">
                <c:v>21.22</c:v>
              </c:pt>
              <c:pt idx="24">
                <c:v>21.48</c:v>
              </c:pt>
              <c:pt idx="25">
                <c:v>21.5</c:v>
              </c:pt>
              <c:pt idx="26">
                <c:v>21.64</c:v>
              </c:pt>
              <c:pt idx="27">
                <c:v>21.78</c:v>
              </c:pt>
              <c:pt idx="28">
                <c:v>21.92</c:v>
              </c:pt>
              <c:pt idx="29">
                <c:v>22.060000000000002</c:v>
              </c:pt>
              <c:pt idx="30">
                <c:v>22.200000000000003</c:v>
              </c:pt>
              <c:pt idx="31">
                <c:v>22.46</c:v>
              </c:pt>
              <c:pt idx="32">
                <c:v>22.6</c:v>
              </c:pt>
              <c:pt idx="33">
                <c:v>22.64</c:v>
              </c:pt>
              <c:pt idx="34">
                <c:v>22.759999999999998</c:v>
              </c:pt>
              <c:pt idx="35">
                <c:v>22.9</c:v>
              </c:pt>
              <c:pt idx="36">
                <c:v>23.04</c:v>
              </c:pt>
              <c:pt idx="37">
                <c:v>23.3</c:v>
              </c:pt>
              <c:pt idx="38">
                <c:v>23.439999999999998</c:v>
              </c:pt>
              <c:pt idx="39">
                <c:v>23.54</c:v>
              </c:pt>
              <c:pt idx="40">
                <c:v>23.6</c:v>
              </c:pt>
              <c:pt idx="41">
                <c:v>23.740000000000002</c:v>
              </c:pt>
              <c:pt idx="42">
                <c:v>23.880000000000003</c:v>
              </c:pt>
              <c:pt idx="43">
                <c:v>24.02</c:v>
              </c:pt>
              <c:pt idx="44">
                <c:v>24.16</c:v>
              </c:pt>
              <c:pt idx="45">
                <c:v>24.42</c:v>
              </c:pt>
              <c:pt idx="46">
                <c:v>24.560000000000002</c:v>
              </c:pt>
              <c:pt idx="47">
                <c:v>24.58</c:v>
              </c:pt>
              <c:pt idx="48">
                <c:v>24.84</c:v>
              </c:pt>
              <c:pt idx="49">
                <c:v>24.86</c:v>
              </c:pt>
              <c:pt idx="50">
                <c:v>25</c:v>
              </c:pt>
              <c:pt idx="51">
                <c:v>25.14</c:v>
              </c:pt>
              <c:pt idx="52">
                <c:v>25.4</c:v>
              </c:pt>
              <c:pt idx="53">
                <c:v>25.5</c:v>
              </c:pt>
              <c:pt idx="54">
                <c:v>25.560000000000002</c:v>
              </c:pt>
              <c:pt idx="55">
                <c:v>25.82</c:v>
              </c:pt>
              <c:pt idx="56">
                <c:v>25.84</c:v>
              </c:pt>
              <c:pt idx="57">
                <c:v>25.98</c:v>
              </c:pt>
              <c:pt idx="58">
                <c:v>26.12</c:v>
              </c:pt>
              <c:pt idx="59">
                <c:v>26.38</c:v>
              </c:pt>
              <c:pt idx="60">
                <c:v>26.5</c:v>
              </c:pt>
              <c:pt idx="61">
                <c:v>26.66</c:v>
              </c:pt>
              <c:pt idx="62">
                <c:v>26.68</c:v>
              </c:pt>
              <c:pt idx="63">
                <c:v>26.82</c:v>
              </c:pt>
              <c:pt idx="64">
                <c:v>26.96</c:v>
              </c:pt>
              <c:pt idx="65">
                <c:v>27.1</c:v>
              </c:pt>
              <c:pt idx="66">
                <c:v>27.240000000000002</c:v>
              </c:pt>
              <c:pt idx="67">
                <c:v>27.38</c:v>
              </c:pt>
              <c:pt idx="68">
                <c:v>27.52</c:v>
              </c:pt>
              <c:pt idx="69">
                <c:v>27.66</c:v>
              </c:pt>
              <c:pt idx="70">
                <c:v>27.8</c:v>
              </c:pt>
              <c:pt idx="71">
                <c:v>27.94</c:v>
              </c:pt>
              <c:pt idx="72">
                <c:v>28.080000000000002</c:v>
              </c:pt>
              <c:pt idx="73">
                <c:v>28.34</c:v>
              </c:pt>
              <c:pt idx="74">
                <c:v>28.42</c:v>
              </c:pt>
              <c:pt idx="75">
                <c:v>28.5</c:v>
              </c:pt>
              <c:pt idx="76">
                <c:v>28.64</c:v>
              </c:pt>
              <c:pt idx="77">
                <c:v>28.78</c:v>
              </c:pt>
              <c:pt idx="78">
                <c:v>28.92</c:v>
              </c:pt>
              <c:pt idx="79">
                <c:v>29.18</c:v>
              </c:pt>
              <c:pt idx="80">
                <c:v>29.28</c:v>
              </c:pt>
              <c:pt idx="81">
                <c:v>29.44</c:v>
              </c:pt>
              <c:pt idx="82">
                <c:v>29.48</c:v>
              </c:pt>
              <c:pt idx="83">
                <c:v>29.62</c:v>
              </c:pt>
              <c:pt idx="84">
                <c:v>29.76</c:v>
              </c:pt>
              <c:pt idx="85">
                <c:v>29.900000000000002</c:v>
              </c:pt>
              <c:pt idx="86">
                <c:v>30.04</c:v>
              </c:pt>
              <c:pt idx="87">
                <c:v>30.3</c:v>
              </c:pt>
              <c:pt idx="88">
                <c:v>30.42</c:v>
              </c:pt>
              <c:pt idx="89">
                <c:v>30.46</c:v>
              </c:pt>
              <c:pt idx="90">
                <c:v>30.6</c:v>
              </c:pt>
              <c:pt idx="91">
                <c:v>30.86</c:v>
              </c:pt>
              <c:pt idx="92">
                <c:v>31</c:v>
              </c:pt>
              <c:pt idx="93">
                <c:v>31.02</c:v>
              </c:pt>
              <c:pt idx="94">
                <c:v>31.16</c:v>
              </c:pt>
              <c:pt idx="95">
                <c:v>31.3</c:v>
              </c:pt>
              <c:pt idx="96">
                <c:v>31.56</c:v>
              </c:pt>
              <c:pt idx="97">
                <c:v>31.68</c:v>
              </c:pt>
              <c:pt idx="98">
                <c:v>31.72</c:v>
              </c:pt>
              <c:pt idx="99">
                <c:v>31.96</c:v>
              </c:pt>
              <c:pt idx="100">
                <c:v>32</c:v>
              </c:pt>
              <c:pt idx="101">
                <c:v>32.14</c:v>
              </c:pt>
              <c:pt idx="102">
                <c:v>32.400000000000006</c:v>
              </c:pt>
              <c:pt idx="103">
                <c:v>32.5</c:v>
              </c:pt>
              <c:pt idx="104">
                <c:v>32.68</c:v>
              </c:pt>
              <c:pt idx="105">
                <c:v>32.700000000000003</c:v>
              </c:pt>
              <c:pt idx="106">
                <c:v>32.840000000000003</c:v>
              </c:pt>
              <c:pt idx="107">
                <c:v>32.980000000000004</c:v>
              </c:pt>
              <c:pt idx="108">
                <c:v>33.120000000000005</c:v>
              </c:pt>
              <c:pt idx="109">
                <c:v>33.379999999999995</c:v>
              </c:pt>
              <c:pt idx="110">
                <c:v>33.519999999999996</c:v>
              </c:pt>
              <c:pt idx="111">
                <c:v>33.6</c:v>
              </c:pt>
              <c:pt idx="112">
                <c:v>33.68</c:v>
              </c:pt>
              <c:pt idx="113">
                <c:v>33.94</c:v>
              </c:pt>
              <c:pt idx="114">
                <c:v>34.06</c:v>
              </c:pt>
              <c:pt idx="115">
                <c:v>34.22</c:v>
              </c:pt>
              <c:pt idx="116">
                <c:v>34.260000000000005</c:v>
              </c:pt>
              <c:pt idx="117">
                <c:v>34.42</c:v>
              </c:pt>
              <c:pt idx="118">
                <c:v>34.519999999999996</c:v>
              </c:pt>
              <c:pt idx="119">
                <c:v>34.78</c:v>
              </c:pt>
              <c:pt idx="120">
                <c:v>34.92</c:v>
              </c:pt>
              <c:pt idx="121">
                <c:v>34.94</c:v>
              </c:pt>
              <c:pt idx="122">
                <c:v>35.08</c:v>
              </c:pt>
              <c:pt idx="123">
                <c:v>35.22</c:v>
              </c:pt>
              <c:pt idx="124">
                <c:v>35.36</c:v>
              </c:pt>
              <c:pt idx="125">
                <c:v>35.5</c:v>
              </c:pt>
              <c:pt idx="126">
                <c:v>35.64</c:v>
              </c:pt>
              <c:pt idx="127">
                <c:v>35.900000000000006</c:v>
              </c:pt>
              <c:pt idx="128">
                <c:v>35.980000000000004</c:v>
              </c:pt>
              <c:pt idx="129">
                <c:v>36.06</c:v>
              </c:pt>
              <c:pt idx="130">
                <c:v>36.32</c:v>
              </c:pt>
              <c:pt idx="131">
                <c:v>36.340000000000003</c:v>
              </c:pt>
              <c:pt idx="132">
                <c:v>36.480000000000004</c:v>
              </c:pt>
              <c:pt idx="133">
                <c:v>36.620000000000005</c:v>
              </c:pt>
              <c:pt idx="134">
                <c:v>36.760000000000005</c:v>
              </c:pt>
              <c:pt idx="135">
                <c:v>37.019999999999996</c:v>
              </c:pt>
              <c:pt idx="136">
                <c:v>37.159999999999997</c:v>
              </c:pt>
              <c:pt idx="137">
                <c:v>37.24</c:v>
              </c:pt>
              <c:pt idx="138">
                <c:v>37.32</c:v>
              </c:pt>
              <c:pt idx="139">
                <c:v>37.58</c:v>
              </c:pt>
              <c:pt idx="140">
                <c:v>37.72</c:v>
              </c:pt>
              <c:pt idx="141">
                <c:v>37.74</c:v>
              </c:pt>
              <c:pt idx="142">
                <c:v>38</c:v>
              </c:pt>
              <c:pt idx="143">
                <c:v>38.1</c:v>
              </c:pt>
              <c:pt idx="144">
                <c:v>38.159999999999997</c:v>
              </c:pt>
              <c:pt idx="145">
                <c:v>38.42</c:v>
              </c:pt>
              <c:pt idx="146">
                <c:v>38.44</c:v>
              </c:pt>
              <c:pt idx="147">
                <c:v>38.620000000000005</c:v>
              </c:pt>
              <c:pt idx="148">
                <c:v>38.72</c:v>
              </c:pt>
              <c:pt idx="149">
                <c:v>38.86</c:v>
              </c:pt>
              <c:pt idx="150">
                <c:v>39</c:v>
              </c:pt>
              <c:pt idx="151">
                <c:v>39.260000000000005</c:v>
              </c:pt>
              <c:pt idx="152">
                <c:v>39.340000000000003</c:v>
              </c:pt>
              <c:pt idx="153">
                <c:v>39.42</c:v>
              </c:pt>
              <c:pt idx="154">
                <c:v>39.68</c:v>
              </c:pt>
              <c:pt idx="155">
                <c:v>39.82</c:v>
              </c:pt>
              <c:pt idx="156">
                <c:v>39.840000000000003</c:v>
              </c:pt>
              <c:pt idx="157">
                <c:v>39.980000000000004</c:v>
              </c:pt>
              <c:pt idx="158">
                <c:v>40.120000000000005</c:v>
              </c:pt>
              <c:pt idx="159">
                <c:v>40.379999999999995</c:v>
              </c:pt>
              <c:pt idx="160">
                <c:v>40.5</c:v>
              </c:pt>
              <c:pt idx="161">
                <c:v>40.620000000000005</c:v>
              </c:pt>
              <c:pt idx="162">
                <c:v>40.68</c:v>
              </c:pt>
              <c:pt idx="163">
                <c:v>40.82</c:v>
              </c:pt>
              <c:pt idx="164">
                <c:v>40.96</c:v>
              </c:pt>
              <c:pt idx="165">
                <c:v>41.22</c:v>
              </c:pt>
              <c:pt idx="166">
                <c:v>41.36</c:v>
              </c:pt>
              <c:pt idx="167">
                <c:v>41.42</c:v>
              </c:pt>
              <c:pt idx="168">
                <c:v>41.519999999999996</c:v>
              </c:pt>
              <c:pt idx="169">
                <c:v>41.78</c:v>
              </c:pt>
              <c:pt idx="170">
                <c:v>41.879999999999995</c:v>
              </c:pt>
              <c:pt idx="171">
                <c:v>42.06</c:v>
              </c:pt>
              <c:pt idx="172">
                <c:v>42.08</c:v>
              </c:pt>
              <c:pt idx="173">
                <c:v>42.22</c:v>
              </c:pt>
              <c:pt idx="174">
                <c:v>42.36</c:v>
              </c:pt>
              <c:pt idx="175">
                <c:v>42.62</c:v>
              </c:pt>
              <c:pt idx="176">
                <c:v>42.7</c:v>
              </c:pt>
              <c:pt idx="177">
                <c:v>42.78</c:v>
              </c:pt>
              <c:pt idx="178">
                <c:v>43</c:v>
              </c:pt>
            </c:numLit>
          </c:xVal>
          <c:yVal>
            <c:numLit>
              <c:formatCode>General</c:formatCode>
              <c:ptCount val="17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3.0717112123966217E-2</c:v>
              </c:pt>
              <c:pt idx="7">
                <c:v>0.27132305502891541</c:v>
              </c:pt>
              <c:pt idx="8">
                <c:v>9.361661970615387E-3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6.6845233959611505E-5</c:v>
              </c:pt>
              <c:pt idx="13">
                <c:v>7.8551508486270905E-2</c:v>
              </c:pt>
              <c:pt idx="14">
                <c:v>6.2038935720920563E-2</c:v>
              </c:pt>
              <c:pt idx="15">
                <c:v>6.5793843532446772E-5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2.1161964104976505E-4</c:v>
              </c:pt>
              <c:pt idx="22">
                <c:v>9.0510956943035126E-2</c:v>
              </c:pt>
              <c:pt idx="23">
                <c:v>4.2621582746505737E-2</c:v>
              </c:pt>
              <c:pt idx="24">
                <c:v>0.26585096120834351</c:v>
              </c:pt>
              <c:pt idx="25">
                <c:v>0.27738502621650696</c:v>
              </c:pt>
              <c:pt idx="26">
                <c:v>2.279169530083891E-5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9.5120675780435704E-9</c:v>
              </c:pt>
              <c:pt idx="32">
                <c:v>1.4388076029717922E-2</c:v>
              </c:pt>
              <c:pt idx="33">
                <c:v>3.7068437784910202E-2</c:v>
              </c:pt>
              <c:pt idx="34">
                <c:v>1.547565043438226E-4</c:v>
              </c:pt>
              <c:pt idx="35">
                <c:v>0</c:v>
              </c:pt>
              <c:pt idx="36">
                <c:v>0</c:v>
              </c:pt>
              <c:pt idx="37">
                <c:v>3.241339982196223E-6</c:v>
              </c:pt>
              <c:pt idx="38">
                <c:v>6.3658982515335083E-2</c:v>
              </c:pt>
              <c:pt idx="39">
                <c:v>0.59878402948379517</c:v>
              </c:pt>
              <c:pt idx="40">
                <c:v>0.12208119034767151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2.9093462217133492E-5</c:v>
              </c:pt>
              <c:pt idx="46">
                <c:v>0.28639495372772217</c:v>
              </c:pt>
              <c:pt idx="47">
                <c:v>0.2662920355796814</c:v>
              </c:pt>
              <c:pt idx="48">
                <c:v>0.21023382246494293</c:v>
              </c:pt>
              <c:pt idx="49">
                <c:v>0.18134702742099762</c:v>
              </c:pt>
              <c:pt idx="50">
                <c:v>3.9331912375928368E-6</c:v>
              </c:pt>
              <c:pt idx="51">
                <c:v>0</c:v>
              </c:pt>
              <c:pt idx="52">
                <c:v>6.4089354127645493E-3</c:v>
              </c:pt>
              <c:pt idx="53">
                <c:v>0.90963500738143921</c:v>
              </c:pt>
              <c:pt idx="54">
                <c:v>0.27793031930923462</c:v>
              </c:pt>
              <c:pt idx="55">
                <c:v>1.2817802838981152E-2</c:v>
              </c:pt>
              <c:pt idx="56">
                <c:v>1.0629730299115181E-2</c:v>
              </c:pt>
              <c:pt idx="57">
                <c:v>1.7500991589258774E-7</c:v>
              </c:pt>
              <c:pt idx="58">
                <c:v>0</c:v>
              </c:pt>
              <c:pt idx="59">
                <c:v>3.3901716233231127E-4</c:v>
              </c:pt>
              <c:pt idx="60">
                <c:v>0.13608941435813904</c:v>
              </c:pt>
              <c:pt idx="61">
                <c:v>0.11387132108211517</c:v>
              </c:pt>
              <c:pt idx="62">
                <c:v>0.12414190918207169</c:v>
              </c:pt>
              <c:pt idx="63">
                <c:v>1.391570913256146E-5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9.9775843322277069E-2</c:v>
              </c:pt>
              <c:pt idx="74">
                <c:v>1</c:v>
              </c:pt>
              <c:pt idx="75">
                <c:v>9.7913563251495361E-2</c:v>
              </c:pt>
              <c:pt idx="76">
                <c:v>1.0327248674002476E-5</c:v>
              </c:pt>
              <c:pt idx="77">
                <c:v>0</c:v>
              </c:pt>
              <c:pt idx="78">
                <c:v>0</c:v>
              </c:pt>
              <c:pt idx="79">
                <c:v>3.8666143082082272E-3</c:v>
              </c:pt>
              <c:pt idx="80">
                <c:v>0.29963245987892151</c:v>
              </c:pt>
              <c:pt idx="81">
                <c:v>6.8232350051403046E-2</c:v>
              </c:pt>
              <c:pt idx="82">
                <c:v>3.7487383931875229E-2</c:v>
              </c:pt>
              <c:pt idx="83">
                <c:v>8.3637203829312057E-8</c:v>
              </c:pt>
              <c:pt idx="84">
                <c:v>0</c:v>
              </c:pt>
              <c:pt idx="85">
                <c:v>0</c:v>
              </c:pt>
              <c:pt idx="86">
                <c:v>0</c:v>
              </c:pt>
              <c:pt idx="87">
                <c:v>4.1968414734583348E-5</c:v>
              </c:pt>
              <c:pt idx="88">
                <c:v>3.068811446428299E-2</c:v>
              </c:pt>
              <c:pt idx="89">
                <c:v>1.7279563471674919E-2</c:v>
              </c:pt>
              <c:pt idx="90">
                <c:v>4.2002902489457483E-8</c:v>
              </c:pt>
              <c:pt idx="91">
                <c:v>9.911652796290582E-7</c:v>
              </c:pt>
              <c:pt idx="92">
                <c:v>0.12536910176277161</c:v>
              </c:pt>
              <c:pt idx="93">
                <c:v>0.168169766664505</c:v>
              </c:pt>
              <c:pt idx="94">
                <c:v>6.2310483306646347E-2</c:v>
              </c:pt>
              <c:pt idx="95">
                <c:v>4.4760489836335182E-3</c:v>
              </c:pt>
              <c:pt idx="96">
                <c:v>9.1964699095115066E-4</c:v>
              </c:pt>
              <c:pt idx="97">
                <c:v>0.37144815921783447</c:v>
              </c:pt>
              <c:pt idx="98">
                <c:v>0.17160789668560028</c:v>
              </c:pt>
              <c:pt idx="99">
                <c:v>5.1129885017871857E-2</c:v>
              </c:pt>
              <c:pt idx="100">
                <c:v>2.8354402631521225E-2</c:v>
              </c:pt>
              <c:pt idx="101">
                <c:v>6.7094748374074697E-5</c:v>
              </c:pt>
              <c:pt idx="102">
                <c:v>2.0312287379056215E-3</c:v>
              </c:pt>
              <c:pt idx="103">
                <c:v>9.6768938004970551E-2</c:v>
              </c:pt>
              <c:pt idx="104">
                <c:v>0.22275803983211517</c:v>
              </c:pt>
              <c:pt idx="105">
                <c:v>0.23240369558334351</c:v>
              </c:pt>
              <c:pt idx="106">
                <c:v>1.908495687530376E-5</c:v>
              </c:pt>
              <c:pt idx="107">
                <c:v>0</c:v>
              </c:pt>
              <c:pt idx="108">
                <c:v>0</c:v>
              </c:pt>
              <c:pt idx="109">
                <c:v>2.8698105597868562E-4</c:v>
              </c:pt>
              <c:pt idx="110">
                <c:v>3.4860323648899794E-3</c:v>
              </c:pt>
              <c:pt idx="111">
                <c:v>3.3431246876716614E-2</c:v>
              </c:pt>
              <c:pt idx="112">
                <c:v>1.3574018375948071E-3</c:v>
              </c:pt>
              <c:pt idx="113">
                <c:v>2.3629720544704469E-6</c:v>
              </c:pt>
              <c:pt idx="114">
                <c:v>2.4162584450095892E-3</c:v>
              </c:pt>
              <c:pt idx="115">
                <c:v>3.3972129225730896E-2</c:v>
              </c:pt>
              <c:pt idx="116">
                <c:v>6.0538474470376968E-2</c:v>
              </c:pt>
              <c:pt idx="117">
                <c:v>0.13710513710975647</c:v>
              </c:pt>
              <c:pt idx="118">
                <c:v>2.1674560848623514E-3</c:v>
              </c:pt>
              <c:pt idx="119">
                <c:v>2.4534505791962147E-3</c:v>
              </c:pt>
              <c:pt idx="120">
                <c:v>8.0764800310134888E-2</c:v>
              </c:pt>
              <c:pt idx="121">
                <c:v>0.10781524330377579</c:v>
              </c:pt>
              <c:pt idx="122">
                <c:v>1.6587225720286369E-2</c:v>
              </c:pt>
              <c:pt idx="123">
                <c:v>1.5498335415031761E-7</c:v>
              </c:pt>
              <c:pt idx="124">
                <c:v>0</c:v>
              </c:pt>
              <c:pt idx="125">
                <c:v>0</c:v>
              </c:pt>
              <c:pt idx="126">
                <c:v>0</c:v>
              </c:pt>
              <c:pt idx="127">
                <c:v>2.5547356344759464E-3</c:v>
              </c:pt>
              <c:pt idx="128">
                <c:v>2.5143442675471306E-2</c:v>
              </c:pt>
              <c:pt idx="129">
                <c:v>9.6663727890700102E-4</c:v>
              </c:pt>
              <c:pt idx="130">
                <c:v>0.17258891463279724</c:v>
              </c:pt>
              <c:pt idx="131">
                <c:v>0.15909411013126373</c:v>
              </c:pt>
              <c:pt idx="132">
                <c:v>5.4918955356697552E-6</c:v>
              </c:pt>
              <c:pt idx="133">
                <c:v>0</c:v>
              </c:pt>
              <c:pt idx="134">
                <c:v>0</c:v>
              </c:pt>
              <c:pt idx="135">
                <c:v>6.7846485762856901E-8</c:v>
              </c:pt>
              <c:pt idx="136">
                <c:v>2.5719976052641869E-2</c:v>
              </c:pt>
              <c:pt idx="137">
                <c:v>0.12478621304035187</c:v>
              </c:pt>
              <c:pt idx="138">
                <c:v>5.969647690653801E-2</c:v>
              </c:pt>
              <c:pt idx="139">
                <c:v>4.6583451762671757E-7</c:v>
              </c:pt>
              <c:pt idx="140">
                <c:v>2.6754539459943771E-2</c:v>
              </c:pt>
              <c:pt idx="141">
                <c:v>3.2005034387111664E-2</c:v>
              </c:pt>
              <c:pt idx="142">
                <c:v>3.0183880589902401E-3</c:v>
              </c:pt>
              <c:pt idx="143">
                <c:v>9.7403116524219513E-2</c:v>
              </c:pt>
              <c:pt idx="144">
                <c:v>1.310392003506422E-2</c:v>
              </c:pt>
              <c:pt idx="145">
                <c:v>6.5296739339828491E-2</c:v>
              </c:pt>
              <c:pt idx="146">
                <c:v>8.278820663690567E-2</c:v>
              </c:pt>
              <c:pt idx="147">
                <c:v>2.977534756064415E-2</c:v>
              </c:pt>
              <c:pt idx="148">
                <c:v>8.9489942183718085E-4</c:v>
              </c:pt>
              <c:pt idx="149">
                <c:v>1.9812796381302178E-6</c:v>
              </c:pt>
              <c:pt idx="150">
                <c:v>0</c:v>
              </c:pt>
              <c:pt idx="151">
                <c:v>4.6491980901919305E-4</c:v>
              </c:pt>
              <c:pt idx="152">
                <c:v>8.8380333036184311E-3</c:v>
              </c:pt>
              <c:pt idx="153">
                <c:v>1.3435025466606021E-3</c:v>
              </c:pt>
              <c:pt idx="154">
                <c:v>2.664389739948092E-6</c:v>
              </c:pt>
              <c:pt idx="155">
                <c:v>0.21671338379383087</c:v>
              </c:pt>
              <c:pt idx="156">
                <c:v>0.27245542407035828</c:v>
              </c:pt>
              <c:pt idx="157">
                <c:v>8.2555037806741893E-5</c:v>
              </c:pt>
              <c:pt idx="158">
                <c:v>0</c:v>
              </c:pt>
              <c:pt idx="159">
                <c:v>3.7573184818029404E-4</c:v>
              </c:pt>
              <c:pt idx="160">
                <c:v>8.1948362290859222E-2</c:v>
              </c:pt>
              <c:pt idx="161">
                <c:v>0.21277961134910583</c:v>
              </c:pt>
              <c:pt idx="162">
                <c:v>0.15199407935142517</c:v>
              </c:pt>
              <c:pt idx="163">
                <c:v>2.3638276616111398E-5</c:v>
              </c:pt>
              <c:pt idx="164">
                <c:v>0</c:v>
              </c:pt>
              <c:pt idx="165">
                <c:v>2.6567124677967513E-7</c:v>
              </c:pt>
              <c:pt idx="166">
                <c:v>1.6431588679552078E-2</c:v>
              </c:pt>
              <c:pt idx="167">
                <c:v>6.3264966011047363E-2</c:v>
              </c:pt>
              <c:pt idx="168">
                <c:v>1.4553506625816226E-3</c:v>
              </c:pt>
              <c:pt idx="169">
                <c:v>1.8078595167025924E-4</c:v>
              </c:pt>
              <c:pt idx="170">
                <c:v>1.0369866155087948E-2</c:v>
              </c:pt>
              <c:pt idx="171">
                <c:v>9.560510516166687E-3</c:v>
              </c:pt>
              <c:pt idx="172">
                <c:v>1.1177113279700279E-2</c:v>
              </c:pt>
              <c:pt idx="173">
                <c:v>1.0025068186223507E-3</c:v>
              </c:pt>
              <c:pt idx="174">
                <c:v>5.9524002393729347E-10</c:v>
              </c:pt>
              <c:pt idx="175">
                <c:v>1.4895837521180511E-3</c:v>
              </c:pt>
              <c:pt idx="176">
                <c:v>4.6191077679395676E-2</c:v>
              </c:pt>
              <c:pt idx="177">
                <c:v>5.9216227382421494E-3</c:v>
              </c:pt>
              <c:pt idx="178">
                <c:v>4.3009094952140003E-6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E373-428E-8CAB-EA8D31EC0B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05"/>
          <c:min val="0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43"/>
          <c:min val="18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657384"/>
                </a:solidFill>
              </a:defRPr>
            </a:pPr>
            <a:endParaRPr lang="zh-CN"/>
          </a:p>
        </c:txPr>
        <c:crossAx val="48672768"/>
        <c:crosses val="autoZero"/>
        <c:crossBetween val="midCat"/>
        <c:majorUnit val="5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spectrum</c:v>
          </c:tx>
          <c:spPr>
            <a:ln w="24765">
              <a:solidFill>
                <a:srgbClr val="143A63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179"/>
              <c:pt idx="0">
                <c:v>18</c:v>
              </c:pt>
              <c:pt idx="1">
                <c:v>18.14</c:v>
              </c:pt>
              <c:pt idx="2">
                <c:v>18.28</c:v>
              </c:pt>
              <c:pt idx="3">
                <c:v>18.420000000000002</c:v>
              </c:pt>
              <c:pt idx="4">
                <c:v>18.560000000000002</c:v>
              </c:pt>
              <c:pt idx="5">
                <c:v>18.700000000000003</c:v>
              </c:pt>
              <c:pt idx="6">
                <c:v>18.96</c:v>
              </c:pt>
              <c:pt idx="7">
                <c:v>19.04</c:v>
              </c:pt>
              <c:pt idx="8">
                <c:v>19.12</c:v>
              </c:pt>
              <c:pt idx="9">
                <c:v>19.259999999999998</c:v>
              </c:pt>
              <c:pt idx="10">
                <c:v>19.399999999999999</c:v>
              </c:pt>
              <c:pt idx="11">
                <c:v>19.54</c:v>
              </c:pt>
              <c:pt idx="12">
                <c:v>19.8</c:v>
              </c:pt>
              <c:pt idx="13">
                <c:v>19.939999999999998</c:v>
              </c:pt>
              <c:pt idx="14">
                <c:v>19.96</c:v>
              </c:pt>
              <c:pt idx="15">
                <c:v>20.100000000000001</c:v>
              </c:pt>
              <c:pt idx="16">
                <c:v>20.240000000000002</c:v>
              </c:pt>
              <c:pt idx="17">
                <c:v>20.380000000000003</c:v>
              </c:pt>
              <c:pt idx="18">
                <c:v>20.52</c:v>
              </c:pt>
              <c:pt idx="19">
                <c:v>20.66</c:v>
              </c:pt>
              <c:pt idx="20">
                <c:v>20.8</c:v>
              </c:pt>
              <c:pt idx="21">
                <c:v>21.060000000000002</c:v>
              </c:pt>
              <c:pt idx="22">
                <c:v>21.18</c:v>
              </c:pt>
              <c:pt idx="23">
                <c:v>21.22</c:v>
              </c:pt>
              <c:pt idx="24">
                <c:v>21.48</c:v>
              </c:pt>
              <c:pt idx="25">
                <c:v>21.5</c:v>
              </c:pt>
              <c:pt idx="26">
                <c:v>21.64</c:v>
              </c:pt>
              <c:pt idx="27">
                <c:v>21.78</c:v>
              </c:pt>
              <c:pt idx="28">
                <c:v>21.92</c:v>
              </c:pt>
              <c:pt idx="29">
                <c:v>22.060000000000002</c:v>
              </c:pt>
              <c:pt idx="30">
                <c:v>22.200000000000003</c:v>
              </c:pt>
              <c:pt idx="31">
                <c:v>22.46</c:v>
              </c:pt>
              <c:pt idx="32">
                <c:v>22.6</c:v>
              </c:pt>
              <c:pt idx="33">
                <c:v>22.64</c:v>
              </c:pt>
              <c:pt idx="34">
                <c:v>22.759999999999998</c:v>
              </c:pt>
              <c:pt idx="35">
                <c:v>22.9</c:v>
              </c:pt>
              <c:pt idx="36">
                <c:v>23.04</c:v>
              </c:pt>
              <c:pt idx="37">
                <c:v>23.3</c:v>
              </c:pt>
              <c:pt idx="38">
                <c:v>23.439999999999998</c:v>
              </c:pt>
              <c:pt idx="39">
                <c:v>23.54</c:v>
              </c:pt>
              <c:pt idx="40">
                <c:v>23.6</c:v>
              </c:pt>
              <c:pt idx="41">
                <c:v>23.740000000000002</c:v>
              </c:pt>
              <c:pt idx="42">
                <c:v>23.880000000000003</c:v>
              </c:pt>
              <c:pt idx="43">
                <c:v>24.02</c:v>
              </c:pt>
              <c:pt idx="44">
                <c:v>24.16</c:v>
              </c:pt>
              <c:pt idx="45">
                <c:v>24.42</c:v>
              </c:pt>
              <c:pt idx="46">
                <c:v>24.560000000000002</c:v>
              </c:pt>
              <c:pt idx="47">
                <c:v>24.58</c:v>
              </c:pt>
              <c:pt idx="48">
                <c:v>24.84</c:v>
              </c:pt>
              <c:pt idx="49">
                <c:v>24.86</c:v>
              </c:pt>
              <c:pt idx="50">
                <c:v>25</c:v>
              </c:pt>
              <c:pt idx="51">
                <c:v>25.14</c:v>
              </c:pt>
              <c:pt idx="52">
                <c:v>25.4</c:v>
              </c:pt>
              <c:pt idx="53">
                <c:v>25.5</c:v>
              </c:pt>
              <c:pt idx="54">
                <c:v>25.560000000000002</c:v>
              </c:pt>
              <c:pt idx="55">
                <c:v>25.82</c:v>
              </c:pt>
              <c:pt idx="56">
                <c:v>25.84</c:v>
              </c:pt>
              <c:pt idx="57">
                <c:v>25.98</c:v>
              </c:pt>
              <c:pt idx="58">
                <c:v>26.12</c:v>
              </c:pt>
              <c:pt idx="59">
                <c:v>26.38</c:v>
              </c:pt>
              <c:pt idx="60">
                <c:v>26.5</c:v>
              </c:pt>
              <c:pt idx="61">
                <c:v>26.66</c:v>
              </c:pt>
              <c:pt idx="62">
                <c:v>26.68</c:v>
              </c:pt>
              <c:pt idx="63">
                <c:v>26.82</c:v>
              </c:pt>
              <c:pt idx="64">
                <c:v>26.96</c:v>
              </c:pt>
              <c:pt idx="65">
                <c:v>27.1</c:v>
              </c:pt>
              <c:pt idx="66">
                <c:v>27.240000000000002</c:v>
              </c:pt>
              <c:pt idx="67">
                <c:v>27.38</c:v>
              </c:pt>
              <c:pt idx="68">
                <c:v>27.52</c:v>
              </c:pt>
              <c:pt idx="69">
                <c:v>27.66</c:v>
              </c:pt>
              <c:pt idx="70">
                <c:v>27.8</c:v>
              </c:pt>
              <c:pt idx="71">
                <c:v>27.94</c:v>
              </c:pt>
              <c:pt idx="72">
                <c:v>28.080000000000002</c:v>
              </c:pt>
              <c:pt idx="73">
                <c:v>28.34</c:v>
              </c:pt>
              <c:pt idx="74">
                <c:v>28.42</c:v>
              </c:pt>
              <c:pt idx="75">
                <c:v>28.5</c:v>
              </c:pt>
              <c:pt idx="76">
                <c:v>28.64</c:v>
              </c:pt>
              <c:pt idx="77">
                <c:v>28.78</c:v>
              </c:pt>
              <c:pt idx="78">
                <c:v>28.92</c:v>
              </c:pt>
              <c:pt idx="79">
                <c:v>29.18</c:v>
              </c:pt>
              <c:pt idx="80">
                <c:v>29.28</c:v>
              </c:pt>
              <c:pt idx="81">
                <c:v>29.44</c:v>
              </c:pt>
              <c:pt idx="82">
                <c:v>29.48</c:v>
              </c:pt>
              <c:pt idx="83">
                <c:v>29.62</c:v>
              </c:pt>
              <c:pt idx="84">
                <c:v>29.76</c:v>
              </c:pt>
              <c:pt idx="85">
                <c:v>29.900000000000002</c:v>
              </c:pt>
              <c:pt idx="86">
                <c:v>30.04</c:v>
              </c:pt>
              <c:pt idx="87">
                <c:v>30.3</c:v>
              </c:pt>
              <c:pt idx="88">
                <c:v>30.42</c:v>
              </c:pt>
              <c:pt idx="89">
                <c:v>30.46</c:v>
              </c:pt>
              <c:pt idx="90">
                <c:v>30.6</c:v>
              </c:pt>
              <c:pt idx="91">
                <c:v>30.86</c:v>
              </c:pt>
              <c:pt idx="92">
                <c:v>31</c:v>
              </c:pt>
              <c:pt idx="93">
                <c:v>31.02</c:v>
              </c:pt>
              <c:pt idx="94">
                <c:v>31.16</c:v>
              </c:pt>
              <c:pt idx="95">
                <c:v>31.3</c:v>
              </c:pt>
              <c:pt idx="96">
                <c:v>31.56</c:v>
              </c:pt>
              <c:pt idx="97">
                <c:v>31.68</c:v>
              </c:pt>
              <c:pt idx="98">
                <c:v>31.72</c:v>
              </c:pt>
              <c:pt idx="99">
                <c:v>31.96</c:v>
              </c:pt>
              <c:pt idx="100">
                <c:v>32</c:v>
              </c:pt>
              <c:pt idx="101">
                <c:v>32.14</c:v>
              </c:pt>
              <c:pt idx="102">
                <c:v>32.400000000000006</c:v>
              </c:pt>
              <c:pt idx="103">
                <c:v>32.5</c:v>
              </c:pt>
              <c:pt idx="104">
                <c:v>32.68</c:v>
              </c:pt>
              <c:pt idx="105">
                <c:v>32.700000000000003</c:v>
              </c:pt>
              <c:pt idx="106">
                <c:v>32.840000000000003</c:v>
              </c:pt>
              <c:pt idx="107">
                <c:v>32.980000000000004</c:v>
              </c:pt>
              <c:pt idx="108">
                <c:v>33.120000000000005</c:v>
              </c:pt>
              <c:pt idx="109">
                <c:v>33.379999999999995</c:v>
              </c:pt>
              <c:pt idx="110">
                <c:v>33.519999999999996</c:v>
              </c:pt>
              <c:pt idx="111">
                <c:v>33.6</c:v>
              </c:pt>
              <c:pt idx="112">
                <c:v>33.68</c:v>
              </c:pt>
              <c:pt idx="113">
                <c:v>33.94</c:v>
              </c:pt>
              <c:pt idx="114">
                <c:v>34.06</c:v>
              </c:pt>
              <c:pt idx="115">
                <c:v>34.22</c:v>
              </c:pt>
              <c:pt idx="116">
                <c:v>34.260000000000005</c:v>
              </c:pt>
              <c:pt idx="117">
                <c:v>34.42</c:v>
              </c:pt>
              <c:pt idx="118">
                <c:v>34.519999999999996</c:v>
              </c:pt>
              <c:pt idx="119">
                <c:v>34.78</c:v>
              </c:pt>
              <c:pt idx="120">
                <c:v>34.92</c:v>
              </c:pt>
              <c:pt idx="121">
                <c:v>34.94</c:v>
              </c:pt>
              <c:pt idx="122">
                <c:v>35.08</c:v>
              </c:pt>
              <c:pt idx="123">
                <c:v>35.22</c:v>
              </c:pt>
              <c:pt idx="124">
                <c:v>35.36</c:v>
              </c:pt>
              <c:pt idx="125">
                <c:v>35.5</c:v>
              </c:pt>
              <c:pt idx="126">
                <c:v>35.64</c:v>
              </c:pt>
              <c:pt idx="127">
                <c:v>35.900000000000006</c:v>
              </c:pt>
              <c:pt idx="128">
                <c:v>35.980000000000004</c:v>
              </c:pt>
              <c:pt idx="129">
                <c:v>36.06</c:v>
              </c:pt>
              <c:pt idx="130">
                <c:v>36.32</c:v>
              </c:pt>
              <c:pt idx="131">
                <c:v>36.340000000000003</c:v>
              </c:pt>
              <c:pt idx="132">
                <c:v>36.480000000000004</c:v>
              </c:pt>
              <c:pt idx="133">
                <c:v>36.620000000000005</c:v>
              </c:pt>
              <c:pt idx="134">
                <c:v>36.760000000000005</c:v>
              </c:pt>
              <c:pt idx="135">
                <c:v>37.019999999999996</c:v>
              </c:pt>
              <c:pt idx="136">
                <c:v>37.159999999999997</c:v>
              </c:pt>
              <c:pt idx="137">
                <c:v>37.24</c:v>
              </c:pt>
              <c:pt idx="138">
                <c:v>37.32</c:v>
              </c:pt>
              <c:pt idx="139">
                <c:v>37.58</c:v>
              </c:pt>
              <c:pt idx="140">
                <c:v>37.72</c:v>
              </c:pt>
              <c:pt idx="141">
                <c:v>37.74</c:v>
              </c:pt>
              <c:pt idx="142">
                <c:v>38</c:v>
              </c:pt>
              <c:pt idx="143">
                <c:v>38.1</c:v>
              </c:pt>
              <c:pt idx="144">
                <c:v>38.159999999999997</c:v>
              </c:pt>
              <c:pt idx="145">
                <c:v>38.42</c:v>
              </c:pt>
              <c:pt idx="146">
                <c:v>38.44</c:v>
              </c:pt>
              <c:pt idx="147">
                <c:v>38.620000000000005</c:v>
              </c:pt>
              <c:pt idx="148">
                <c:v>38.72</c:v>
              </c:pt>
              <c:pt idx="149">
                <c:v>38.86</c:v>
              </c:pt>
              <c:pt idx="150">
                <c:v>39</c:v>
              </c:pt>
              <c:pt idx="151">
                <c:v>39.260000000000005</c:v>
              </c:pt>
              <c:pt idx="152">
                <c:v>39.340000000000003</c:v>
              </c:pt>
              <c:pt idx="153">
                <c:v>39.42</c:v>
              </c:pt>
              <c:pt idx="154">
                <c:v>39.68</c:v>
              </c:pt>
              <c:pt idx="155">
                <c:v>39.82</c:v>
              </c:pt>
              <c:pt idx="156">
                <c:v>39.840000000000003</c:v>
              </c:pt>
              <c:pt idx="157">
                <c:v>39.980000000000004</c:v>
              </c:pt>
              <c:pt idx="158">
                <c:v>40.120000000000005</c:v>
              </c:pt>
              <c:pt idx="159">
                <c:v>40.379999999999995</c:v>
              </c:pt>
              <c:pt idx="160">
                <c:v>40.5</c:v>
              </c:pt>
              <c:pt idx="161">
                <c:v>40.620000000000005</c:v>
              </c:pt>
              <c:pt idx="162">
                <c:v>40.68</c:v>
              </c:pt>
              <c:pt idx="163">
                <c:v>40.82</c:v>
              </c:pt>
              <c:pt idx="164">
                <c:v>40.96</c:v>
              </c:pt>
              <c:pt idx="165">
                <c:v>41.22</c:v>
              </c:pt>
              <c:pt idx="166">
                <c:v>41.36</c:v>
              </c:pt>
              <c:pt idx="167">
                <c:v>41.42</c:v>
              </c:pt>
              <c:pt idx="168">
                <c:v>41.519999999999996</c:v>
              </c:pt>
              <c:pt idx="169">
                <c:v>41.78</c:v>
              </c:pt>
              <c:pt idx="170">
                <c:v>41.879999999999995</c:v>
              </c:pt>
              <c:pt idx="171">
                <c:v>42.06</c:v>
              </c:pt>
              <c:pt idx="172">
                <c:v>42.08</c:v>
              </c:pt>
              <c:pt idx="173">
                <c:v>42.22</c:v>
              </c:pt>
              <c:pt idx="174">
                <c:v>42.36</c:v>
              </c:pt>
              <c:pt idx="175">
                <c:v>42.62</c:v>
              </c:pt>
              <c:pt idx="176">
                <c:v>42.7</c:v>
              </c:pt>
              <c:pt idx="177">
                <c:v>42.78</c:v>
              </c:pt>
              <c:pt idx="178">
                <c:v>43</c:v>
              </c:pt>
            </c:numLit>
          </c:xVal>
          <c:yVal>
            <c:numLit>
              <c:formatCode>General</c:formatCode>
              <c:ptCount val="17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3.0717112123966217E-2</c:v>
              </c:pt>
              <c:pt idx="7">
                <c:v>0.27132305502891541</c:v>
              </c:pt>
              <c:pt idx="8">
                <c:v>9.361661970615387E-3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6.6845233959611505E-5</c:v>
              </c:pt>
              <c:pt idx="13">
                <c:v>7.8551508486270905E-2</c:v>
              </c:pt>
              <c:pt idx="14">
                <c:v>6.2038935720920563E-2</c:v>
              </c:pt>
              <c:pt idx="15">
                <c:v>6.5793843532446772E-5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2.1161964104976505E-4</c:v>
              </c:pt>
              <c:pt idx="22">
                <c:v>9.0510956943035126E-2</c:v>
              </c:pt>
              <c:pt idx="23">
                <c:v>4.2621582746505737E-2</c:v>
              </c:pt>
              <c:pt idx="24">
                <c:v>0.26585096120834351</c:v>
              </c:pt>
              <c:pt idx="25">
                <c:v>0.27738502621650696</c:v>
              </c:pt>
              <c:pt idx="26">
                <c:v>2.279169530083891E-5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9.5120675780435704E-9</c:v>
              </c:pt>
              <c:pt idx="32">
                <c:v>1.4388076029717922E-2</c:v>
              </c:pt>
              <c:pt idx="33">
                <c:v>3.7068437784910202E-2</c:v>
              </c:pt>
              <c:pt idx="34">
                <c:v>1.547565043438226E-4</c:v>
              </c:pt>
              <c:pt idx="35">
                <c:v>0</c:v>
              </c:pt>
              <c:pt idx="36">
                <c:v>0</c:v>
              </c:pt>
              <c:pt idx="37">
                <c:v>3.241339982196223E-6</c:v>
              </c:pt>
              <c:pt idx="38">
                <c:v>6.3658982515335083E-2</c:v>
              </c:pt>
              <c:pt idx="39">
                <c:v>0.59878402948379517</c:v>
              </c:pt>
              <c:pt idx="40">
                <c:v>0.12208119034767151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2.9093462217133492E-5</c:v>
              </c:pt>
              <c:pt idx="46">
                <c:v>0.28639495372772217</c:v>
              </c:pt>
              <c:pt idx="47">
                <c:v>0.2662920355796814</c:v>
              </c:pt>
              <c:pt idx="48">
                <c:v>0.21023382246494293</c:v>
              </c:pt>
              <c:pt idx="49">
                <c:v>0.18134702742099762</c:v>
              </c:pt>
              <c:pt idx="50">
                <c:v>3.9331912375928368E-6</c:v>
              </c:pt>
              <c:pt idx="51">
                <c:v>0</c:v>
              </c:pt>
              <c:pt idx="52">
                <c:v>6.4089354127645493E-3</c:v>
              </c:pt>
              <c:pt idx="53">
                <c:v>0.90963500738143921</c:v>
              </c:pt>
              <c:pt idx="54">
                <c:v>0.27793031930923462</c:v>
              </c:pt>
              <c:pt idx="55">
                <c:v>1.2817802838981152E-2</c:v>
              </c:pt>
              <c:pt idx="56">
                <c:v>1.0629730299115181E-2</c:v>
              </c:pt>
              <c:pt idx="57">
                <c:v>1.7500991589258774E-7</c:v>
              </c:pt>
              <c:pt idx="58">
                <c:v>0</c:v>
              </c:pt>
              <c:pt idx="59">
                <c:v>3.3901716233231127E-4</c:v>
              </c:pt>
              <c:pt idx="60">
                <c:v>0.13608941435813904</c:v>
              </c:pt>
              <c:pt idx="61">
                <c:v>0.11387132108211517</c:v>
              </c:pt>
              <c:pt idx="62">
                <c:v>0.12414190918207169</c:v>
              </c:pt>
              <c:pt idx="63">
                <c:v>1.391570913256146E-5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9.9775843322277069E-2</c:v>
              </c:pt>
              <c:pt idx="74">
                <c:v>1</c:v>
              </c:pt>
              <c:pt idx="75">
                <c:v>9.7913563251495361E-2</c:v>
              </c:pt>
              <c:pt idx="76">
                <c:v>1.0327248674002476E-5</c:v>
              </c:pt>
              <c:pt idx="77">
                <c:v>0</c:v>
              </c:pt>
              <c:pt idx="78">
                <c:v>0</c:v>
              </c:pt>
              <c:pt idx="79">
                <c:v>3.8666143082082272E-3</c:v>
              </c:pt>
              <c:pt idx="80">
                <c:v>0.29963245987892151</c:v>
              </c:pt>
              <c:pt idx="81">
                <c:v>6.8232350051403046E-2</c:v>
              </c:pt>
              <c:pt idx="82">
                <c:v>3.7487383931875229E-2</c:v>
              </c:pt>
              <c:pt idx="83">
                <c:v>8.3637203829312057E-8</c:v>
              </c:pt>
              <c:pt idx="84">
                <c:v>0</c:v>
              </c:pt>
              <c:pt idx="85">
                <c:v>0</c:v>
              </c:pt>
              <c:pt idx="86">
                <c:v>0</c:v>
              </c:pt>
              <c:pt idx="87">
                <c:v>4.1968414734583348E-5</c:v>
              </c:pt>
              <c:pt idx="88">
                <c:v>3.068811446428299E-2</c:v>
              </c:pt>
              <c:pt idx="89">
                <c:v>1.7279563471674919E-2</c:v>
              </c:pt>
              <c:pt idx="90">
                <c:v>4.2002902489457483E-8</c:v>
              </c:pt>
              <c:pt idx="91">
                <c:v>9.911652796290582E-7</c:v>
              </c:pt>
              <c:pt idx="92">
                <c:v>0.12536910176277161</c:v>
              </c:pt>
              <c:pt idx="93">
                <c:v>0.168169766664505</c:v>
              </c:pt>
              <c:pt idx="94">
                <c:v>6.2310483306646347E-2</c:v>
              </c:pt>
              <c:pt idx="95">
                <c:v>4.4760489836335182E-3</c:v>
              </c:pt>
              <c:pt idx="96">
                <c:v>9.1964699095115066E-4</c:v>
              </c:pt>
              <c:pt idx="97">
                <c:v>0.37144815921783447</c:v>
              </c:pt>
              <c:pt idx="98">
                <c:v>0.17160789668560028</c:v>
              </c:pt>
              <c:pt idx="99">
                <c:v>5.1129885017871857E-2</c:v>
              </c:pt>
              <c:pt idx="100">
                <c:v>2.8354402631521225E-2</c:v>
              </c:pt>
              <c:pt idx="101">
                <c:v>6.7094748374074697E-5</c:v>
              </c:pt>
              <c:pt idx="102">
                <c:v>2.0312287379056215E-3</c:v>
              </c:pt>
              <c:pt idx="103">
                <c:v>9.6768938004970551E-2</c:v>
              </c:pt>
              <c:pt idx="104">
                <c:v>0.22275803983211517</c:v>
              </c:pt>
              <c:pt idx="105">
                <c:v>0.23240369558334351</c:v>
              </c:pt>
              <c:pt idx="106">
                <c:v>1.908495687530376E-5</c:v>
              </c:pt>
              <c:pt idx="107">
                <c:v>0</c:v>
              </c:pt>
              <c:pt idx="108">
                <c:v>0</c:v>
              </c:pt>
              <c:pt idx="109">
                <c:v>2.8698105597868562E-4</c:v>
              </c:pt>
              <c:pt idx="110">
                <c:v>3.4860323648899794E-3</c:v>
              </c:pt>
              <c:pt idx="111">
                <c:v>3.3431246876716614E-2</c:v>
              </c:pt>
              <c:pt idx="112">
                <c:v>1.3574018375948071E-3</c:v>
              </c:pt>
              <c:pt idx="113">
                <c:v>2.3629720544704469E-6</c:v>
              </c:pt>
              <c:pt idx="114">
                <c:v>2.4162584450095892E-3</c:v>
              </c:pt>
              <c:pt idx="115">
                <c:v>3.3972129225730896E-2</c:v>
              </c:pt>
              <c:pt idx="116">
                <c:v>6.0538474470376968E-2</c:v>
              </c:pt>
              <c:pt idx="117">
                <c:v>0.13710513710975647</c:v>
              </c:pt>
              <c:pt idx="118">
                <c:v>2.1674560848623514E-3</c:v>
              </c:pt>
              <c:pt idx="119">
                <c:v>2.4534505791962147E-3</c:v>
              </c:pt>
              <c:pt idx="120">
                <c:v>8.0764800310134888E-2</c:v>
              </c:pt>
              <c:pt idx="121">
                <c:v>0.10781524330377579</c:v>
              </c:pt>
              <c:pt idx="122">
                <c:v>1.6587225720286369E-2</c:v>
              </c:pt>
              <c:pt idx="123">
                <c:v>1.5498335415031761E-7</c:v>
              </c:pt>
              <c:pt idx="124">
                <c:v>0</c:v>
              </c:pt>
              <c:pt idx="125">
                <c:v>0</c:v>
              </c:pt>
              <c:pt idx="126">
                <c:v>0</c:v>
              </c:pt>
              <c:pt idx="127">
                <c:v>2.5547356344759464E-3</c:v>
              </c:pt>
              <c:pt idx="128">
                <c:v>2.5143442675471306E-2</c:v>
              </c:pt>
              <c:pt idx="129">
                <c:v>9.6663727890700102E-4</c:v>
              </c:pt>
              <c:pt idx="130">
                <c:v>0.17258891463279724</c:v>
              </c:pt>
              <c:pt idx="131">
                <c:v>0.15909411013126373</c:v>
              </c:pt>
              <c:pt idx="132">
                <c:v>5.4918955356697552E-6</c:v>
              </c:pt>
              <c:pt idx="133">
                <c:v>0</c:v>
              </c:pt>
              <c:pt idx="134">
                <c:v>0</c:v>
              </c:pt>
              <c:pt idx="135">
                <c:v>6.7846485762856901E-8</c:v>
              </c:pt>
              <c:pt idx="136">
                <c:v>2.5719976052641869E-2</c:v>
              </c:pt>
              <c:pt idx="137">
                <c:v>0.12478621304035187</c:v>
              </c:pt>
              <c:pt idx="138">
                <c:v>5.969647690653801E-2</c:v>
              </c:pt>
              <c:pt idx="139">
                <c:v>4.6583451762671757E-7</c:v>
              </c:pt>
              <c:pt idx="140">
                <c:v>2.6754539459943771E-2</c:v>
              </c:pt>
              <c:pt idx="141">
                <c:v>3.2005034387111664E-2</c:v>
              </c:pt>
              <c:pt idx="142">
                <c:v>3.0183880589902401E-3</c:v>
              </c:pt>
              <c:pt idx="143">
                <c:v>9.7403116524219513E-2</c:v>
              </c:pt>
              <c:pt idx="144">
                <c:v>1.310392003506422E-2</c:v>
              </c:pt>
              <c:pt idx="145">
                <c:v>6.5296739339828491E-2</c:v>
              </c:pt>
              <c:pt idx="146">
                <c:v>8.278820663690567E-2</c:v>
              </c:pt>
              <c:pt idx="147">
                <c:v>2.977534756064415E-2</c:v>
              </c:pt>
              <c:pt idx="148">
                <c:v>8.9489942183718085E-4</c:v>
              </c:pt>
              <c:pt idx="149">
                <c:v>1.9812796381302178E-6</c:v>
              </c:pt>
              <c:pt idx="150">
                <c:v>0</c:v>
              </c:pt>
              <c:pt idx="151">
                <c:v>4.6491980901919305E-4</c:v>
              </c:pt>
              <c:pt idx="152">
                <c:v>8.8380333036184311E-3</c:v>
              </c:pt>
              <c:pt idx="153">
                <c:v>1.3435025466606021E-3</c:v>
              </c:pt>
              <c:pt idx="154">
                <c:v>2.664389739948092E-6</c:v>
              </c:pt>
              <c:pt idx="155">
                <c:v>0.21671338379383087</c:v>
              </c:pt>
              <c:pt idx="156">
                <c:v>0.27245542407035828</c:v>
              </c:pt>
              <c:pt idx="157">
                <c:v>8.2555037806741893E-5</c:v>
              </c:pt>
              <c:pt idx="158">
                <c:v>0</c:v>
              </c:pt>
              <c:pt idx="159">
                <c:v>3.7573184818029404E-4</c:v>
              </c:pt>
              <c:pt idx="160">
                <c:v>8.1948362290859222E-2</c:v>
              </c:pt>
              <c:pt idx="161">
                <c:v>0.21277961134910583</c:v>
              </c:pt>
              <c:pt idx="162">
                <c:v>0.15199407935142517</c:v>
              </c:pt>
              <c:pt idx="163">
                <c:v>2.3638276616111398E-5</c:v>
              </c:pt>
              <c:pt idx="164">
                <c:v>0</c:v>
              </c:pt>
              <c:pt idx="165">
                <c:v>2.6567124677967513E-7</c:v>
              </c:pt>
              <c:pt idx="166">
                <c:v>1.6431588679552078E-2</c:v>
              </c:pt>
              <c:pt idx="167">
                <c:v>6.3264966011047363E-2</c:v>
              </c:pt>
              <c:pt idx="168">
                <c:v>1.4553506625816226E-3</c:v>
              </c:pt>
              <c:pt idx="169">
                <c:v>1.8078595167025924E-4</c:v>
              </c:pt>
              <c:pt idx="170">
                <c:v>1.0369866155087948E-2</c:v>
              </c:pt>
              <c:pt idx="171">
                <c:v>9.560510516166687E-3</c:v>
              </c:pt>
              <c:pt idx="172">
                <c:v>1.1177113279700279E-2</c:v>
              </c:pt>
              <c:pt idx="173">
                <c:v>1.0025068186223507E-3</c:v>
              </c:pt>
              <c:pt idx="174">
                <c:v>5.9524002393729347E-10</c:v>
              </c:pt>
              <c:pt idx="175">
                <c:v>1.4895837521180511E-3</c:v>
              </c:pt>
              <c:pt idx="176">
                <c:v>4.6191077679395676E-2</c:v>
              </c:pt>
              <c:pt idx="177">
                <c:v>5.9216227382421494E-3</c:v>
              </c:pt>
              <c:pt idx="178">
                <c:v>4.3009094952140003E-6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6494-4A00-8998-D93CAC7E07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05"/>
          <c:min val="0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43"/>
          <c:min val="18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657384"/>
                </a:solidFill>
              </a:defRPr>
            </a:pPr>
            <a:endParaRPr lang="zh-CN"/>
          </a:p>
        </c:txPr>
        <c:crossAx val="48672768"/>
        <c:crosses val="autoZero"/>
        <c:crossBetween val="midCat"/>
        <c:majorUnit val="5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spectrum</c:v>
          </c:tx>
          <c:spPr>
            <a:ln w="24765">
              <a:solidFill>
                <a:srgbClr val="E77A2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179"/>
              <c:pt idx="0">
                <c:v>18</c:v>
              </c:pt>
              <c:pt idx="1">
                <c:v>18.14</c:v>
              </c:pt>
              <c:pt idx="2">
                <c:v>18.28</c:v>
              </c:pt>
              <c:pt idx="3">
                <c:v>18.420000000000002</c:v>
              </c:pt>
              <c:pt idx="4">
                <c:v>18.560000000000002</c:v>
              </c:pt>
              <c:pt idx="5">
                <c:v>18.700000000000003</c:v>
              </c:pt>
              <c:pt idx="6">
                <c:v>18.84</c:v>
              </c:pt>
              <c:pt idx="7">
                <c:v>18.98</c:v>
              </c:pt>
              <c:pt idx="8">
                <c:v>19.240000000000002</c:v>
              </c:pt>
              <c:pt idx="9">
                <c:v>19.380000000000003</c:v>
              </c:pt>
              <c:pt idx="10">
                <c:v>19.420000000000002</c:v>
              </c:pt>
              <c:pt idx="11">
                <c:v>19.54</c:v>
              </c:pt>
              <c:pt idx="12">
                <c:v>19.68</c:v>
              </c:pt>
              <c:pt idx="13">
                <c:v>19.82</c:v>
              </c:pt>
              <c:pt idx="14">
                <c:v>19.96</c:v>
              </c:pt>
              <c:pt idx="15">
                <c:v>20.22</c:v>
              </c:pt>
              <c:pt idx="16">
                <c:v>20.32</c:v>
              </c:pt>
              <c:pt idx="17">
                <c:v>20.380000000000003</c:v>
              </c:pt>
              <c:pt idx="18">
                <c:v>20.52</c:v>
              </c:pt>
              <c:pt idx="19">
                <c:v>20.66</c:v>
              </c:pt>
              <c:pt idx="20">
                <c:v>20.8</c:v>
              </c:pt>
              <c:pt idx="21">
                <c:v>20.939999999999998</c:v>
              </c:pt>
              <c:pt idx="22">
                <c:v>21.08</c:v>
              </c:pt>
              <c:pt idx="23">
                <c:v>21.22</c:v>
              </c:pt>
              <c:pt idx="24">
                <c:v>21.48</c:v>
              </c:pt>
              <c:pt idx="25">
                <c:v>21.58</c:v>
              </c:pt>
              <c:pt idx="26">
                <c:v>21.64</c:v>
              </c:pt>
              <c:pt idx="27">
                <c:v>21.880000000000003</c:v>
              </c:pt>
              <c:pt idx="28">
                <c:v>21.92</c:v>
              </c:pt>
              <c:pt idx="29">
                <c:v>22.060000000000002</c:v>
              </c:pt>
              <c:pt idx="30">
                <c:v>22.200000000000003</c:v>
              </c:pt>
              <c:pt idx="31">
                <c:v>22.34</c:v>
              </c:pt>
              <c:pt idx="32">
                <c:v>22.48</c:v>
              </c:pt>
              <c:pt idx="33">
                <c:v>22.62</c:v>
              </c:pt>
              <c:pt idx="34">
                <c:v>22.880000000000003</c:v>
              </c:pt>
              <c:pt idx="35">
                <c:v>23.02</c:v>
              </c:pt>
              <c:pt idx="36">
                <c:v>23.04</c:v>
              </c:pt>
              <c:pt idx="37">
                <c:v>23.18</c:v>
              </c:pt>
              <c:pt idx="38">
                <c:v>23.32</c:v>
              </c:pt>
              <c:pt idx="39">
                <c:v>23.46</c:v>
              </c:pt>
              <c:pt idx="40">
                <c:v>23.72</c:v>
              </c:pt>
              <c:pt idx="41">
                <c:v>23.86</c:v>
              </c:pt>
              <c:pt idx="42">
                <c:v>23.939999999999998</c:v>
              </c:pt>
              <c:pt idx="43">
                <c:v>24.02</c:v>
              </c:pt>
              <c:pt idx="44">
                <c:v>24.16</c:v>
              </c:pt>
              <c:pt idx="45">
                <c:v>24.3</c:v>
              </c:pt>
              <c:pt idx="46">
                <c:v>24.439999999999998</c:v>
              </c:pt>
              <c:pt idx="47">
                <c:v>24.58</c:v>
              </c:pt>
              <c:pt idx="48">
                <c:v>24.84</c:v>
              </c:pt>
              <c:pt idx="49">
                <c:v>24.96</c:v>
              </c:pt>
              <c:pt idx="50">
                <c:v>25</c:v>
              </c:pt>
              <c:pt idx="51">
                <c:v>25.240000000000002</c:v>
              </c:pt>
              <c:pt idx="52">
                <c:v>25.28</c:v>
              </c:pt>
              <c:pt idx="53">
                <c:v>25.42</c:v>
              </c:pt>
              <c:pt idx="54">
                <c:v>25.560000000000002</c:v>
              </c:pt>
              <c:pt idx="55">
                <c:v>25.82</c:v>
              </c:pt>
              <c:pt idx="56">
                <c:v>25.9</c:v>
              </c:pt>
              <c:pt idx="57">
                <c:v>25.98</c:v>
              </c:pt>
              <c:pt idx="58">
                <c:v>26.22</c:v>
              </c:pt>
              <c:pt idx="59">
                <c:v>26.26</c:v>
              </c:pt>
              <c:pt idx="60">
                <c:v>26.4</c:v>
              </c:pt>
              <c:pt idx="61">
                <c:v>26.54</c:v>
              </c:pt>
              <c:pt idx="62">
                <c:v>26.8</c:v>
              </c:pt>
              <c:pt idx="63">
                <c:v>26.9</c:v>
              </c:pt>
              <c:pt idx="64">
                <c:v>27.06</c:v>
              </c:pt>
              <c:pt idx="65">
                <c:v>27.1</c:v>
              </c:pt>
              <c:pt idx="66">
                <c:v>27.240000000000002</c:v>
              </c:pt>
              <c:pt idx="67">
                <c:v>27.38</c:v>
              </c:pt>
              <c:pt idx="68">
                <c:v>27.52</c:v>
              </c:pt>
              <c:pt idx="69">
                <c:v>27.66</c:v>
              </c:pt>
              <c:pt idx="70">
                <c:v>27.8</c:v>
              </c:pt>
              <c:pt idx="71">
                <c:v>27.94</c:v>
              </c:pt>
              <c:pt idx="72">
                <c:v>28.080000000000002</c:v>
              </c:pt>
              <c:pt idx="73">
                <c:v>28.22</c:v>
              </c:pt>
              <c:pt idx="74">
                <c:v>28.36</c:v>
              </c:pt>
              <c:pt idx="75">
                <c:v>28.62</c:v>
              </c:pt>
              <c:pt idx="76">
                <c:v>28.76</c:v>
              </c:pt>
              <c:pt idx="77">
                <c:v>28.8</c:v>
              </c:pt>
              <c:pt idx="78">
                <c:v>28.92</c:v>
              </c:pt>
              <c:pt idx="79">
                <c:v>29.06</c:v>
              </c:pt>
              <c:pt idx="80">
                <c:v>29.2</c:v>
              </c:pt>
              <c:pt idx="81">
                <c:v>29.34</c:v>
              </c:pt>
              <c:pt idx="82">
                <c:v>29.6</c:v>
              </c:pt>
              <c:pt idx="83">
                <c:v>29.68</c:v>
              </c:pt>
              <c:pt idx="84">
                <c:v>29.84</c:v>
              </c:pt>
              <c:pt idx="85">
                <c:v>29.900000000000002</c:v>
              </c:pt>
              <c:pt idx="86">
                <c:v>30.04</c:v>
              </c:pt>
              <c:pt idx="87">
                <c:v>30.18</c:v>
              </c:pt>
              <c:pt idx="88">
                <c:v>30.32</c:v>
              </c:pt>
              <c:pt idx="89">
                <c:v>30.46</c:v>
              </c:pt>
              <c:pt idx="90">
                <c:v>30.72</c:v>
              </c:pt>
              <c:pt idx="91">
                <c:v>30.82</c:v>
              </c:pt>
              <c:pt idx="92">
                <c:v>30.88</c:v>
              </c:pt>
              <c:pt idx="93">
                <c:v>31.02</c:v>
              </c:pt>
              <c:pt idx="94">
                <c:v>31.28</c:v>
              </c:pt>
              <c:pt idx="95">
                <c:v>31.42</c:v>
              </c:pt>
              <c:pt idx="96">
                <c:v>31.44</c:v>
              </c:pt>
              <c:pt idx="97">
                <c:v>31.580000000000002</c:v>
              </c:pt>
              <c:pt idx="98">
                <c:v>31.72</c:v>
              </c:pt>
              <c:pt idx="99">
                <c:v>31.98</c:v>
              </c:pt>
              <c:pt idx="100">
                <c:v>32.08</c:v>
              </c:pt>
              <c:pt idx="101">
                <c:v>32.14</c:v>
              </c:pt>
              <c:pt idx="102">
                <c:v>32.36</c:v>
              </c:pt>
              <c:pt idx="103">
                <c:v>32.42</c:v>
              </c:pt>
              <c:pt idx="104">
                <c:v>32.56</c:v>
              </c:pt>
              <c:pt idx="105">
                <c:v>32.82</c:v>
              </c:pt>
              <c:pt idx="106">
                <c:v>32.879999999999995</c:v>
              </c:pt>
              <c:pt idx="107">
                <c:v>33.08</c:v>
              </c:pt>
              <c:pt idx="108">
                <c:v>33.120000000000005</c:v>
              </c:pt>
              <c:pt idx="109">
                <c:v>33.260000000000005</c:v>
              </c:pt>
              <c:pt idx="110">
                <c:v>33.400000000000006</c:v>
              </c:pt>
              <c:pt idx="111">
                <c:v>33.659999999999997</c:v>
              </c:pt>
              <c:pt idx="112">
                <c:v>33.799999999999997</c:v>
              </c:pt>
              <c:pt idx="113">
                <c:v>33.94</c:v>
              </c:pt>
              <c:pt idx="114">
                <c:v>33.980000000000004</c:v>
              </c:pt>
              <c:pt idx="115">
                <c:v>34.1</c:v>
              </c:pt>
              <c:pt idx="116">
                <c:v>34.36</c:v>
              </c:pt>
              <c:pt idx="117">
                <c:v>34.46</c:v>
              </c:pt>
              <c:pt idx="118">
                <c:v>34.64</c:v>
              </c:pt>
              <c:pt idx="119">
                <c:v>34.78</c:v>
              </c:pt>
              <c:pt idx="120">
                <c:v>34.82</c:v>
              </c:pt>
              <c:pt idx="121">
                <c:v>34.94</c:v>
              </c:pt>
              <c:pt idx="122">
                <c:v>35.200000000000003</c:v>
              </c:pt>
              <c:pt idx="123">
                <c:v>35.340000000000003</c:v>
              </c:pt>
              <c:pt idx="124">
                <c:v>35.36</c:v>
              </c:pt>
              <c:pt idx="125">
                <c:v>35.5</c:v>
              </c:pt>
              <c:pt idx="126">
                <c:v>35.64</c:v>
              </c:pt>
              <c:pt idx="127">
                <c:v>35.78</c:v>
              </c:pt>
              <c:pt idx="128">
                <c:v>35.92</c:v>
              </c:pt>
              <c:pt idx="129">
                <c:v>36.18</c:v>
              </c:pt>
              <c:pt idx="130">
                <c:v>36.32</c:v>
              </c:pt>
              <c:pt idx="131">
                <c:v>36.36</c:v>
              </c:pt>
              <c:pt idx="132">
                <c:v>36.6</c:v>
              </c:pt>
              <c:pt idx="133">
                <c:v>36.72</c:v>
              </c:pt>
              <c:pt idx="134">
                <c:v>36.760000000000005</c:v>
              </c:pt>
              <c:pt idx="135">
                <c:v>36.900000000000006</c:v>
              </c:pt>
              <c:pt idx="136">
                <c:v>37.04</c:v>
              </c:pt>
              <c:pt idx="137">
                <c:v>37.18</c:v>
              </c:pt>
              <c:pt idx="138">
                <c:v>37.44</c:v>
              </c:pt>
              <c:pt idx="139">
                <c:v>37.58</c:v>
              </c:pt>
              <c:pt idx="140">
                <c:v>37.620000000000005</c:v>
              </c:pt>
              <c:pt idx="141">
                <c:v>37.74</c:v>
              </c:pt>
              <c:pt idx="142">
                <c:v>38</c:v>
              </c:pt>
              <c:pt idx="143">
                <c:v>38.14</c:v>
              </c:pt>
              <c:pt idx="144">
                <c:v>38.159999999999997</c:v>
              </c:pt>
              <c:pt idx="145">
                <c:v>38.42</c:v>
              </c:pt>
              <c:pt idx="146">
                <c:v>38.480000000000004</c:v>
              </c:pt>
              <c:pt idx="147">
                <c:v>38.58</c:v>
              </c:pt>
              <c:pt idx="148">
                <c:v>38.840000000000003</c:v>
              </c:pt>
              <c:pt idx="149">
                <c:v>38.86</c:v>
              </c:pt>
              <c:pt idx="150">
                <c:v>39</c:v>
              </c:pt>
              <c:pt idx="151">
                <c:v>39.14</c:v>
              </c:pt>
              <c:pt idx="152">
                <c:v>39.28</c:v>
              </c:pt>
              <c:pt idx="153">
                <c:v>39.42</c:v>
              </c:pt>
              <c:pt idx="154">
                <c:v>39.68</c:v>
              </c:pt>
              <c:pt idx="155">
                <c:v>39.74</c:v>
              </c:pt>
              <c:pt idx="156">
                <c:v>39.840000000000003</c:v>
              </c:pt>
              <c:pt idx="157">
                <c:v>40.1</c:v>
              </c:pt>
              <c:pt idx="158">
                <c:v>40.24</c:v>
              </c:pt>
              <c:pt idx="159">
                <c:v>40.260000000000005</c:v>
              </c:pt>
              <c:pt idx="160">
                <c:v>40.400000000000006</c:v>
              </c:pt>
              <c:pt idx="161">
                <c:v>40.54</c:v>
              </c:pt>
              <c:pt idx="162">
                <c:v>40.799999999999997</c:v>
              </c:pt>
              <c:pt idx="163">
                <c:v>40.879999999999995</c:v>
              </c:pt>
              <c:pt idx="164">
                <c:v>41.019999999999996</c:v>
              </c:pt>
              <c:pt idx="165">
                <c:v>41.1</c:v>
              </c:pt>
              <c:pt idx="166">
                <c:v>41.24</c:v>
              </c:pt>
              <c:pt idx="167">
                <c:v>41.379999999999995</c:v>
              </c:pt>
              <c:pt idx="168">
                <c:v>41.64</c:v>
              </c:pt>
              <c:pt idx="169">
                <c:v>41.78</c:v>
              </c:pt>
              <c:pt idx="170">
                <c:v>41.82</c:v>
              </c:pt>
              <c:pt idx="171">
                <c:v>41.94</c:v>
              </c:pt>
              <c:pt idx="172">
                <c:v>42.2</c:v>
              </c:pt>
              <c:pt idx="173">
                <c:v>42.28</c:v>
              </c:pt>
              <c:pt idx="174">
                <c:v>42.480000000000004</c:v>
              </c:pt>
              <c:pt idx="175">
                <c:v>42.5</c:v>
              </c:pt>
              <c:pt idx="176">
                <c:v>42.64</c:v>
              </c:pt>
              <c:pt idx="177">
                <c:v>42.78</c:v>
              </c:pt>
              <c:pt idx="178">
                <c:v>43</c:v>
              </c:pt>
            </c:numLit>
          </c:xVal>
          <c:yVal>
            <c:numLit>
              <c:formatCode>General</c:formatCode>
              <c:ptCount val="17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8.7075150645432586E-8</c:v>
              </c:pt>
              <c:pt idx="9">
                <c:v>0.11285394430160522</c:v>
              </c:pt>
              <c:pt idx="10">
                <c:v>0.2781924307346344</c:v>
              </c:pt>
              <c:pt idx="11">
                <c:v>1.0173517512157559E-3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8.4266159683465958E-4</c:v>
              </c:pt>
              <c:pt idx="16">
                <c:v>8.0466620624065399E-2</c:v>
              </c:pt>
              <c:pt idx="17">
                <c:v>3.673756867647171E-2</c:v>
              </c:pt>
              <c:pt idx="18">
                <c:v>4.0558124965173192E-6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2.1793183404952288E-3</c:v>
              </c:pt>
              <c:pt idx="25">
                <c:v>8.9452557265758514E-2</c:v>
              </c:pt>
              <c:pt idx="26">
                <c:v>1.2983030639588833E-2</c:v>
              </c:pt>
              <c:pt idx="27">
                <c:v>0.28075408935546875</c:v>
              </c:pt>
              <c:pt idx="28">
                <c:v>0.17925700545310974</c:v>
              </c:pt>
              <c:pt idx="29">
                <c:v>6.7651717472472228E-7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4.4748415461981494E-7</c:v>
              </c:pt>
              <c:pt idx="35">
                <c:v>3.1089557334780693E-2</c:v>
              </c:pt>
              <c:pt idx="36">
                <c:v>3.821602463722229E-2</c:v>
              </c:pt>
              <c:pt idx="37">
                <c:v>9.8910531960427761E-6</c:v>
              </c:pt>
              <c:pt idx="38">
                <c:v>0</c:v>
              </c:pt>
              <c:pt idx="39">
                <c:v>0</c:v>
              </c:pt>
              <c:pt idx="40">
                <c:v>6.7625325755216181E-5</c:v>
              </c:pt>
              <c:pt idx="41">
                <c:v>0.10906250029802322</c:v>
              </c:pt>
              <c:pt idx="42">
                <c:v>0.59450060129165649</c:v>
              </c:pt>
              <c:pt idx="43">
                <c:v>2.4586914107203484E-2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  <c:pt idx="48">
                <c:v>5.4909766186028719E-4</c:v>
              </c:pt>
              <c:pt idx="49">
                <c:v>0.29318925738334656</c:v>
              </c:pt>
              <c:pt idx="50">
                <c:v>0.14866003394126892</c:v>
              </c:pt>
              <c:pt idx="51">
                <c:v>0.21090807020664215</c:v>
              </c:pt>
              <c:pt idx="52">
                <c:v>9.2038437724113464E-2</c:v>
              </c:pt>
              <c:pt idx="53">
                <c:v>9.1688093561970163E-8</c:v>
              </c:pt>
              <c:pt idx="54">
                <c:v>0</c:v>
              </c:pt>
              <c:pt idx="55">
                <c:v>5.1723901182413101E-2</c:v>
              </c:pt>
              <c:pt idx="56">
                <c:v>0.93729692697525024</c:v>
              </c:pt>
              <c:pt idx="57">
                <c:v>6.6347286105155945E-2</c:v>
              </c:pt>
              <c:pt idx="58">
                <c:v>1.2723025865852833E-2</c:v>
              </c:pt>
              <c:pt idx="59">
                <c:v>5.1317811012268066E-3</c:v>
              </c:pt>
              <c:pt idx="60">
                <c:v>3.8807681512764702E-9</c:v>
              </c:pt>
              <c:pt idx="61">
                <c:v>0</c:v>
              </c:pt>
              <c:pt idx="62">
                <c:v>3.3960943110287189E-3</c:v>
              </c:pt>
              <c:pt idx="63">
                <c:v>0.13596679270267487</c:v>
              </c:pt>
              <c:pt idx="64">
                <c:v>0.12167253345251083</c:v>
              </c:pt>
              <c:pt idx="65">
                <c:v>8.4871731698513031E-2</c:v>
              </c:pt>
              <c:pt idx="66">
                <c:v>4.3700057972273498E-7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2.3738313359444874E-7</c:v>
              </c:pt>
              <c:pt idx="76">
                <c:v>0.38110840320587158</c:v>
              </c:pt>
              <c:pt idx="77">
                <c:v>1</c:v>
              </c:pt>
              <c:pt idx="78">
                <c:v>4.8169903457164764E-2</c:v>
              </c:pt>
              <c:pt idx="79">
                <c:v>3.5152891086909221E-7</c:v>
              </c:pt>
              <c:pt idx="80">
                <c:v>0</c:v>
              </c:pt>
              <c:pt idx="81">
                <c:v>0</c:v>
              </c:pt>
              <c:pt idx="82">
                <c:v>2.6760129258036613E-2</c:v>
              </c:pt>
              <c:pt idx="83">
                <c:v>0.29882499575614929</c:v>
              </c:pt>
              <c:pt idx="84">
                <c:v>6.8850092589855194E-2</c:v>
              </c:pt>
              <c:pt idx="85">
                <c:v>1.2594136409461498E-2</c:v>
              </c:pt>
              <c:pt idx="86">
                <c:v>0</c:v>
              </c:pt>
              <c:pt idx="87">
                <c:v>0</c:v>
              </c:pt>
              <c:pt idx="88">
                <c:v>0</c:v>
              </c:pt>
              <c:pt idx="89">
                <c:v>0</c:v>
              </c:pt>
              <c:pt idx="90">
                <c:v>4.8414783668704331E-4</c:v>
              </c:pt>
              <c:pt idx="91">
                <c:v>3.1069587916135788E-2</c:v>
              </c:pt>
              <c:pt idx="92">
                <c:v>5.8961706236004829E-3</c:v>
              </c:pt>
              <c:pt idx="93">
                <c:v>0</c:v>
              </c:pt>
              <c:pt idx="94">
                <c:v>2.9725337299169041E-5</c:v>
              </c:pt>
              <c:pt idx="95">
                <c:v>0.17323847115039825</c:v>
              </c:pt>
              <c:pt idx="96">
                <c:v>0.15210485458374023</c:v>
              </c:pt>
              <c:pt idx="97">
                <c:v>2.5970932096242905E-2</c:v>
              </c:pt>
              <c:pt idx="98">
                <c:v>3.3973501995205879E-3</c:v>
              </c:pt>
              <c:pt idx="99">
                <c:v>9.3567026779055595E-3</c:v>
              </c:pt>
              <c:pt idx="100">
                <c:v>0.36616051197052002</c:v>
              </c:pt>
              <c:pt idx="101">
                <c:v>5.1644105464220047E-2</c:v>
              </c:pt>
              <c:pt idx="102">
                <c:v>5.1450248807668686E-2</c:v>
              </c:pt>
              <c:pt idx="103">
                <c:v>1.1362524703145027E-2</c:v>
              </c:pt>
              <c:pt idx="104">
                <c:v>6.5896078922378365E-6</c:v>
              </c:pt>
              <c:pt idx="105">
                <c:v>1.2423919513821602E-2</c:v>
              </c:pt>
              <c:pt idx="106">
                <c:v>9.5325283706188202E-2</c:v>
              </c:pt>
              <c:pt idx="107">
                <c:v>0.23524028062820435</c:v>
              </c:pt>
              <c:pt idx="108">
                <c:v>0.15017291903495789</c:v>
              </c:pt>
              <c:pt idx="109">
                <c:v>5.6643341395101743E-7</c:v>
              </c:pt>
              <c:pt idx="110">
                <c:v>0</c:v>
              </c:pt>
              <c:pt idx="111">
                <c:v>9.8627017663943661E-10</c:v>
              </c:pt>
              <c:pt idx="112">
                <c:v>1.0103231761604548E-3</c:v>
              </c:pt>
              <c:pt idx="113">
                <c:v>1.2486791238188744E-2</c:v>
              </c:pt>
              <c:pt idx="114">
                <c:v>3.3274803310632706E-2</c:v>
              </c:pt>
              <c:pt idx="115">
                <c:v>1.553344918647781E-4</c:v>
              </c:pt>
              <c:pt idx="116">
                <c:v>2.926416891568806E-5</c:v>
              </c:pt>
              <c:pt idx="117">
                <c:v>2.483464777469635E-3</c:v>
              </c:pt>
              <c:pt idx="118">
                <c:v>5.7943698018789291E-2</c:v>
              </c:pt>
              <c:pt idx="119">
                <c:v>8.0869898200035095E-2</c:v>
              </c:pt>
              <c:pt idx="120">
                <c:v>0.13780041038990021</c:v>
              </c:pt>
              <c:pt idx="121">
                <c:v>1.922141236718744E-4</c:v>
              </c:pt>
              <c:pt idx="122">
                <c:v>7.4752070941030979E-3</c:v>
              </c:pt>
              <c:pt idx="123">
                <c:v>0.111085444688797</c:v>
              </c:pt>
              <c:pt idx="124">
                <c:v>9.6958369016647339E-2</c:v>
              </c:pt>
              <c:pt idx="125">
                <c:v>7.2090616449713707E-3</c:v>
              </c:pt>
              <c:pt idx="126">
                <c:v>0</c:v>
              </c:pt>
              <c:pt idx="127">
                <c:v>0</c:v>
              </c:pt>
              <c:pt idx="128">
                <c:v>0</c:v>
              </c:pt>
              <c:pt idx="129">
                <c:v>6.2025402591814327E-9</c:v>
              </c:pt>
              <c:pt idx="130">
                <c:v>9.7139077261090279E-3</c:v>
              </c:pt>
              <c:pt idx="131">
                <c:v>2.5276027619838715E-2</c:v>
              </c:pt>
              <c:pt idx="132">
                <c:v>3.4769228659570217E-4</c:v>
              </c:pt>
              <c:pt idx="133">
                <c:v>0.17627200484275818</c:v>
              </c:pt>
              <c:pt idx="134">
                <c:v>8.7846837937831879E-2</c:v>
              </c:pt>
              <c:pt idx="135">
                <c:v>1.3928470821156225E-7</c:v>
              </c:pt>
              <c:pt idx="136">
                <c:v>0</c:v>
              </c:pt>
              <c:pt idx="137">
                <c:v>0</c:v>
              </c:pt>
              <c:pt idx="138">
                <c:v>1.3804461787003675E-6</c:v>
              </c:pt>
              <c:pt idx="139">
                <c:v>7.0585072040557861E-2</c:v>
              </c:pt>
              <c:pt idx="140">
                <c:v>0.12583856284618378</c:v>
              </c:pt>
              <c:pt idx="141">
                <c:v>2.158312126994133E-2</c:v>
              </c:pt>
              <c:pt idx="142">
                <c:v>1.2107094335078727E-5</c:v>
              </c:pt>
              <c:pt idx="143">
                <c:v>3.1938523054122925E-2</c:v>
              </c:pt>
              <c:pt idx="144">
                <c:v>2.4604152888059616E-2</c:v>
              </c:pt>
              <c:pt idx="145">
                <c:v>1.578867994248867E-2</c:v>
              </c:pt>
              <c:pt idx="146">
                <c:v>0.10002065449953079</c:v>
              </c:pt>
              <c:pt idx="147">
                <c:v>2.2428508382290602E-3</c:v>
              </c:pt>
              <c:pt idx="148">
                <c:v>8.392314612865448E-2</c:v>
              </c:pt>
              <c:pt idx="149">
                <c:v>6.8526685237884521E-2</c:v>
              </c:pt>
              <c:pt idx="150">
                <c:v>2.9257507994771004E-2</c:v>
              </c:pt>
              <c:pt idx="151">
                <c:v>8.2354655023664236E-4</c:v>
              </c:pt>
              <c:pt idx="152">
                <c:v>1.1340811312265942E-7</c:v>
              </c:pt>
              <c:pt idx="153">
                <c:v>0</c:v>
              </c:pt>
              <c:pt idx="154">
                <c:v>2.0747617818415165E-3</c:v>
              </c:pt>
              <c:pt idx="155">
                <c:v>9.103432297706604E-3</c:v>
              </c:pt>
              <c:pt idx="156">
                <c:v>2.7276616310700774E-4</c:v>
              </c:pt>
              <c:pt idx="157">
                <c:v>7.3759860242716968E-5</c:v>
              </c:pt>
              <c:pt idx="158">
                <c:v>0.27556061744689941</c:v>
              </c:pt>
              <c:pt idx="159">
                <c:v>0.22310000658035278</c:v>
              </c:pt>
              <c:pt idx="160">
                <c:v>3.1049657991388813E-6</c:v>
              </c:pt>
              <c:pt idx="161">
                <c:v>0</c:v>
              </c:pt>
              <c:pt idx="162">
                <c:v>3.3500301651656628E-3</c:v>
              </c:pt>
              <c:pt idx="163">
                <c:v>8.3217397332191467E-2</c:v>
              </c:pt>
              <c:pt idx="164">
                <c:v>0.21603898704051971</c:v>
              </c:pt>
              <c:pt idx="165">
                <c:v>9.7500890493392944E-2</c:v>
              </c:pt>
              <c:pt idx="166">
                <c:v>8.2004311252603657E-7</c:v>
              </c:pt>
              <c:pt idx="167">
                <c:v>0</c:v>
              </c:pt>
              <c:pt idx="168">
                <c:v>6.1447153711924329E-6</c:v>
              </c:pt>
              <c:pt idx="169">
                <c:v>3.7181012332439423E-2</c:v>
              </c:pt>
              <c:pt idx="170">
                <c:v>6.4380213618278503E-2</c:v>
              </c:pt>
              <c:pt idx="171">
                <c:v>1.4377482875715941E-4</c:v>
              </c:pt>
              <c:pt idx="172">
                <c:v>1.1591563234105706E-3</c:v>
              </c:pt>
              <c:pt idx="173">
                <c:v>1.0175357572734356E-2</c:v>
              </c:pt>
              <c:pt idx="174">
                <c:v>1.1108069680631161E-2</c:v>
              </c:pt>
              <c:pt idx="175">
                <c:v>8.6471568793058395E-3</c:v>
              </c:pt>
              <c:pt idx="176">
                <c:v>2.6454299222677946E-4</c:v>
              </c:pt>
              <c:pt idx="177">
                <c:v>0</c:v>
              </c:pt>
              <c:pt idx="178">
                <c:v>4.4136799988336861E-4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4D15-4471-AB68-D1157883BF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05"/>
          <c:min val="0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43"/>
          <c:min val="18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657384"/>
                </a:solidFill>
              </a:defRPr>
            </a:pPr>
            <a:endParaRPr lang="zh-CN"/>
          </a:p>
        </c:txPr>
        <c:crossAx val="48672768"/>
        <c:crosses val="autoZero"/>
        <c:crossBetween val="midCat"/>
        <c:majorUnit val="5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spectrum</c:v>
          </c:tx>
          <c:spPr>
            <a:ln w="24765">
              <a:solidFill>
                <a:srgbClr val="2A8F63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179"/>
              <c:pt idx="0">
                <c:v>18</c:v>
              </c:pt>
              <c:pt idx="1">
                <c:v>18.16</c:v>
              </c:pt>
              <c:pt idx="2">
                <c:v>18.28</c:v>
              </c:pt>
              <c:pt idx="3">
                <c:v>18.54</c:v>
              </c:pt>
              <c:pt idx="4">
                <c:v>18.560000000000002</c:v>
              </c:pt>
              <c:pt idx="5">
                <c:v>18.78</c:v>
              </c:pt>
              <c:pt idx="6">
                <c:v>18.899999999999999</c:v>
              </c:pt>
              <c:pt idx="7">
                <c:v>19.02</c:v>
              </c:pt>
              <c:pt idx="8">
                <c:v>19.16</c:v>
              </c:pt>
              <c:pt idx="9">
                <c:v>19.34</c:v>
              </c:pt>
              <c:pt idx="10">
                <c:v>19.399999999999999</c:v>
              </c:pt>
              <c:pt idx="11">
                <c:v>19.64</c:v>
              </c:pt>
              <c:pt idx="12">
                <c:v>19.759999999999998</c:v>
              </c:pt>
              <c:pt idx="13">
                <c:v>19.939999999999998</c:v>
              </c:pt>
              <c:pt idx="14">
                <c:v>19.96</c:v>
              </c:pt>
              <c:pt idx="15">
                <c:v>20.200000000000003</c:v>
              </c:pt>
              <c:pt idx="16">
                <c:v>20.32</c:v>
              </c:pt>
              <c:pt idx="17">
                <c:v>20.5</c:v>
              </c:pt>
              <c:pt idx="18">
                <c:v>20.52</c:v>
              </c:pt>
              <c:pt idx="19">
                <c:v>20.759999999999998</c:v>
              </c:pt>
              <c:pt idx="20">
                <c:v>20.880000000000003</c:v>
              </c:pt>
              <c:pt idx="21">
                <c:v>21.02</c:v>
              </c:pt>
              <c:pt idx="22">
                <c:v>21.18</c:v>
              </c:pt>
              <c:pt idx="23">
                <c:v>21.22</c:v>
              </c:pt>
              <c:pt idx="24">
                <c:v>21.46</c:v>
              </c:pt>
              <c:pt idx="25">
                <c:v>21.5</c:v>
              </c:pt>
              <c:pt idx="26">
                <c:v>21.700000000000003</c:v>
              </c:pt>
              <c:pt idx="27">
                <c:v>21.9</c:v>
              </c:pt>
              <c:pt idx="28">
                <c:v>21.92</c:v>
              </c:pt>
              <c:pt idx="29">
                <c:v>22.08</c:v>
              </c:pt>
              <c:pt idx="30">
                <c:v>22.28</c:v>
              </c:pt>
              <c:pt idx="31">
                <c:v>22.4</c:v>
              </c:pt>
              <c:pt idx="32">
                <c:v>22.52</c:v>
              </c:pt>
              <c:pt idx="33">
                <c:v>22.62</c:v>
              </c:pt>
              <c:pt idx="34">
                <c:v>22.759999999999998</c:v>
              </c:pt>
              <c:pt idx="35">
                <c:v>23.02</c:v>
              </c:pt>
              <c:pt idx="36">
                <c:v>23.08</c:v>
              </c:pt>
              <c:pt idx="37">
                <c:v>23.22</c:v>
              </c:pt>
              <c:pt idx="38">
                <c:v>23.439999999999998</c:v>
              </c:pt>
              <c:pt idx="39">
                <c:v>23.52</c:v>
              </c:pt>
              <c:pt idx="40">
                <c:v>23.6</c:v>
              </c:pt>
              <c:pt idx="41">
                <c:v>23.84</c:v>
              </c:pt>
              <c:pt idx="42">
                <c:v>23.98</c:v>
              </c:pt>
              <c:pt idx="43">
                <c:v>24.08</c:v>
              </c:pt>
              <c:pt idx="44">
                <c:v>24.240000000000002</c:v>
              </c:pt>
              <c:pt idx="45">
                <c:v>24.42</c:v>
              </c:pt>
              <c:pt idx="46">
                <c:v>24.560000000000002</c:v>
              </c:pt>
              <c:pt idx="47">
                <c:v>24.58</c:v>
              </c:pt>
              <c:pt idx="48">
                <c:v>24.84</c:v>
              </c:pt>
              <c:pt idx="49">
                <c:v>24.86</c:v>
              </c:pt>
              <c:pt idx="50">
                <c:v>25.08</c:v>
              </c:pt>
              <c:pt idx="51">
                <c:v>25.16</c:v>
              </c:pt>
              <c:pt idx="52">
                <c:v>25.36</c:v>
              </c:pt>
              <c:pt idx="53">
                <c:v>25.5</c:v>
              </c:pt>
              <c:pt idx="54">
                <c:v>25.560000000000002</c:v>
              </c:pt>
              <c:pt idx="55">
                <c:v>25.8</c:v>
              </c:pt>
              <c:pt idx="56">
                <c:v>25.86</c:v>
              </c:pt>
              <c:pt idx="57">
                <c:v>26.02</c:v>
              </c:pt>
              <c:pt idx="58">
                <c:v>26.16</c:v>
              </c:pt>
              <c:pt idx="59">
                <c:v>26.26</c:v>
              </c:pt>
              <c:pt idx="60">
                <c:v>26.52</c:v>
              </c:pt>
              <c:pt idx="61">
                <c:v>26.66</c:v>
              </c:pt>
              <c:pt idx="62">
                <c:v>26.7</c:v>
              </c:pt>
              <c:pt idx="63">
                <c:v>26.84</c:v>
              </c:pt>
              <c:pt idx="64">
                <c:v>27.080000000000002</c:v>
              </c:pt>
              <c:pt idx="65">
                <c:v>27.2</c:v>
              </c:pt>
              <c:pt idx="66">
                <c:v>27.28</c:v>
              </c:pt>
              <c:pt idx="67">
                <c:v>27.44</c:v>
              </c:pt>
              <c:pt idx="68">
                <c:v>27.64</c:v>
              </c:pt>
              <c:pt idx="69">
                <c:v>27.7</c:v>
              </c:pt>
              <c:pt idx="70">
                <c:v>27.88</c:v>
              </c:pt>
              <c:pt idx="71">
                <c:v>28.04</c:v>
              </c:pt>
              <c:pt idx="72">
                <c:v>28.2</c:v>
              </c:pt>
              <c:pt idx="73">
                <c:v>28.34</c:v>
              </c:pt>
              <c:pt idx="74">
                <c:v>28.400000000000002</c:v>
              </c:pt>
              <c:pt idx="75">
                <c:v>28.5</c:v>
              </c:pt>
              <c:pt idx="76">
                <c:v>28.740000000000002</c:v>
              </c:pt>
              <c:pt idx="77">
                <c:v>28.78</c:v>
              </c:pt>
              <c:pt idx="78">
                <c:v>29.02</c:v>
              </c:pt>
              <c:pt idx="79">
                <c:v>29.16</c:v>
              </c:pt>
              <c:pt idx="80">
                <c:v>29.28</c:v>
              </c:pt>
              <c:pt idx="81">
                <c:v>29.36</c:v>
              </c:pt>
              <c:pt idx="82">
                <c:v>29.6</c:v>
              </c:pt>
              <c:pt idx="83">
                <c:v>29.68</c:v>
              </c:pt>
              <c:pt idx="84">
                <c:v>29.84</c:v>
              </c:pt>
              <c:pt idx="85">
                <c:v>29.98</c:v>
              </c:pt>
              <c:pt idx="86">
                <c:v>30.16</c:v>
              </c:pt>
              <c:pt idx="87">
                <c:v>30.22</c:v>
              </c:pt>
              <c:pt idx="88">
                <c:v>30.44</c:v>
              </c:pt>
              <c:pt idx="89">
                <c:v>30.56</c:v>
              </c:pt>
              <c:pt idx="90">
                <c:v>30.6</c:v>
              </c:pt>
              <c:pt idx="91">
                <c:v>30.76</c:v>
              </c:pt>
              <c:pt idx="92">
                <c:v>31</c:v>
              </c:pt>
              <c:pt idx="93">
                <c:v>31.02</c:v>
              </c:pt>
              <c:pt idx="94">
                <c:v>31.2</c:v>
              </c:pt>
              <c:pt idx="95">
                <c:v>31.32</c:v>
              </c:pt>
              <c:pt idx="96">
                <c:v>31.44</c:v>
              </c:pt>
              <c:pt idx="97">
                <c:v>31.66</c:v>
              </c:pt>
              <c:pt idx="98">
                <c:v>31.72</c:v>
              </c:pt>
              <c:pt idx="99">
                <c:v>31.94</c:v>
              </c:pt>
              <c:pt idx="100">
                <c:v>32</c:v>
              </c:pt>
              <c:pt idx="101">
                <c:v>32.159999999999997</c:v>
              </c:pt>
              <c:pt idx="102">
                <c:v>32.32</c:v>
              </c:pt>
              <c:pt idx="103">
                <c:v>32.480000000000004</c:v>
              </c:pt>
              <c:pt idx="104">
                <c:v>32.659999999999997</c:v>
              </c:pt>
              <c:pt idx="105">
                <c:v>32.700000000000003</c:v>
              </c:pt>
              <c:pt idx="106">
                <c:v>32.94</c:v>
              </c:pt>
              <c:pt idx="107">
                <c:v>32.980000000000004</c:v>
              </c:pt>
              <c:pt idx="108">
                <c:v>33.18</c:v>
              </c:pt>
              <c:pt idx="109">
                <c:v>33.28</c:v>
              </c:pt>
              <c:pt idx="110">
                <c:v>33.480000000000004</c:v>
              </c:pt>
              <c:pt idx="111">
                <c:v>33.620000000000005</c:v>
              </c:pt>
              <c:pt idx="112">
                <c:v>33.78</c:v>
              </c:pt>
              <c:pt idx="113">
                <c:v>33.840000000000003</c:v>
              </c:pt>
              <c:pt idx="114">
                <c:v>34.019999999999996</c:v>
              </c:pt>
              <c:pt idx="115">
                <c:v>34.14</c:v>
              </c:pt>
              <c:pt idx="116">
                <c:v>34.260000000000005</c:v>
              </c:pt>
              <c:pt idx="117">
                <c:v>34.400000000000006</c:v>
              </c:pt>
              <c:pt idx="118">
                <c:v>34.56</c:v>
              </c:pt>
              <c:pt idx="119">
                <c:v>34.74</c:v>
              </c:pt>
              <c:pt idx="120">
                <c:v>34.92</c:v>
              </c:pt>
              <c:pt idx="121">
                <c:v>34.94</c:v>
              </c:pt>
              <c:pt idx="122">
                <c:v>35.1</c:v>
              </c:pt>
              <c:pt idx="123">
                <c:v>35.299999999999997</c:v>
              </c:pt>
              <c:pt idx="124">
                <c:v>35.44</c:v>
              </c:pt>
              <c:pt idx="125">
                <c:v>35.620000000000005</c:v>
              </c:pt>
              <c:pt idx="126">
                <c:v>35.68</c:v>
              </c:pt>
              <c:pt idx="127">
                <c:v>35.86</c:v>
              </c:pt>
              <c:pt idx="128">
                <c:v>36</c:v>
              </c:pt>
              <c:pt idx="129">
                <c:v>36.18</c:v>
              </c:pt>
              <c:pt idx="130">
                <c:v>36.32</c:v>
              </c:pt>
              <c:pt idx="131">
                <c:v>36.340000000000003</c:v>
              </c:pt>
              <c:pt idx="132">
                <c:v>36.56</c:v>
              </c:pt>
              <c:pt idx="133">
                <c:v>36.68</c:v>
              </c:pt>
              <c:pt idx="134">
                <c:v>36.86</c:v>
              </c:pt>
              <c:pt idx="135">
                <c:v>36.980000000000004</c:v>
              </c:pt>
              <c:pt idx="136">
                <c:v>37.08</c:v>
              </c:pt>
              <c:pt idx="137">
                <c:v>37.22</c:v>
              </c:pt>
              <c:pt idx="138">
                <c:v>37.32</c:v>
              </c:pt>
              <c:pt idx="139">
                <c:v>37.5</c:v>
              </c:pt>
              <c:pt idx="140">
                <c:v>37.700000000000003</c:v>
              </c:pt>
              <c:pt idx="141">
                <c:v>37.82</c:v>
              </c:pt>
              <c:pt idx="142">
                <c:v>37.879999999999995</c:v>
              </c:pt>
              <c:pt idx="143">
                <c:v>38.14</c:v>
              </c:pt>
              <c:pt idx="144">
                <c:v>38.24</c:v>
              </c:pt>
              <c:pt idx="145">
                <c:v>38.42</c:v>
              </c:pt>
              <c:pt idx="146">
                <c:v>38.44</c:v>
              </c:pt>
              <c:pt idx="147">
                <c:v>38.6</c:v>
              </c:pt>
              <c:pt idx="148">
                <c:v>38.74</c:v>
              </c:pt>
              <c:pt idx="149">
                <c:v>38.980000000000004</c:v>
              </c:pt>
              <c:pt idx="150">
                <c:v>39.1</c:v>
              </c:pt>
              <c:pt idx="151">
                <c:v>39.18</c:v>
              </c:pt>
              <c:pt idx="152">
                <c:v>39.36</c:v>
              </c:pt>
              <c:pt idx="153">
                <c:v>39.44</c:v>
              </c:pt>
              <c:pt idx="154">
                <c:v>39.620000000000005</c:v>
              </c:pt>
              <c:pt idx="155">
                <c:v>39.82</c:v>
              </c:pt>
              <c:pt idx="156">
                <c:v>39.86</c:v>
              </c:pt>
              <c:pt idx="157">
                <c:v>40.04</c:v>
              </c:pt>
              <c:pt idx="158">
                <c:v>40.14</c:v>
              </c:pt>
              <c:pt idx="159">
                <c:v>40.340000000000003</c:v>
              </c:pt>
              <c:pt idx="160">
                <c:v>40.480000000000004</c:v>
              </c:pt>
              <c:pt idx="161">
                <c:v>40.64</c:v>
              </c:pt>
              <c:pt idx="162">
                <c:v>40.68</c:v>
              </c:pt>
              <c:pt idx="163">
                <c:v>40.92</c:v>
              </c:pt>
              <c:pt idx="164">
                <c:v>40.96</c:v>
              </c:pt>
              <c:pt idx="165">
                <c:v>41.1</c:v>
              </c:pt>
              <c:pt idx="166">
                <c:v>41.260000000000005</c:v>
              </c:pt>
              <c:pt idx="167">
                <c:v>41.42</c:v>
              </c:pt>
              <c:pt idx="168">
                <c:v>41.64</c:v>
              </c:pt>
              <c:pt idx="169">
                <c:v>41.74</c:v>
              </c:pt>
              <c:pt idx="170">
                <c:v>41.82</c:v>
              </c:pt>
              <c:pt idx="171">
                <c:v>42.02</c:v>
              </c:pt>
              <c:pt idx="172">
                <c:v>42.1</c:v>
              </c:pt>
              <c:pt idx="173">
                <c:v>42.26</c:v>
              </c:pt>
              <c:pt idx="174">
                <c:v>42.46</c:v>
              </c:pt>
              <c:pt idx="175">
                <c:v>42.62</c:v>
              </c:pt>
              <c:pt idx="176">
                <c:v>42.7</c:v>
              </c:pt>
              <c:pt idx="177">
                <c:v>42.8</c:v>
              </c:pt>
              <c:pt idx="178">
                <c:v>42.94</c:v>
              </c:pt>
            </c:numLit>
          </c:xVal>
          <c:yVal>
            <c:numLit>
              <c:formatCode>General</c:formatCode>
              <c:ptCount val="179"/>
              <c:pt idx="0">
                <c:v>7.4707157909870148E-2</c:v>
              </c:pt>
              <c:pt idx="1">
                <c:v>7.3412604629993439E-2</c:v>
              </c:pt>
              <c:pt idx="2">
                <c:v>7.4567839503288269E-2</c:v>
              </c:pt>
              <c:pt idx="3">
                <c:v>9.9693410098552704E-2</c:v>
              </c:pt>
              <c:pt idx="4">
                <c:v>0.1402728259563446</c:v>
              </c:pt>
              <c:pt idx="5">
                <c:v>7.7185846865177155E-2</c:v>
              </c:pt>
              <c:pt idx="6">
                <c:v>6.1010695993900299E-2</c:v>
              </c:pt>
              <c:pt idx="7">
                <c:v>0.33534178137779236</c:v>
              </c:pt>
              <c:pt idx="8">
                <c:v>0.14268434047698975</c:v>
              </c:pt>
              <c:pt idx="9">
                <c:v>6.6887438297271729E-2</c:v>
              </c:pt>
              <c:pt idx="10">
                <c:v>3.0702022835612297E-2</c:v>
              </c:pt>
              <c:pt idx="11">
                <c:v>4.173322394490242E-2</c:v>
              </c:pt>
              <c:pt idx="12">
                <c:v>7.8516125679016113E-2</c:v>
              </c:pt>
              <c:pt idx="13">
                <c:v>5.6203428655862808E-2</c:v>
              </c:pt>
              <c:pt idx="14">
                <c:v>0.10692396759986877</c:v>
              </c:pt>
              <c:pt idx="15">
                <c:v>4.8821400851011276E-2</c:v>
              </c:pt>
              <c:pt idx="16">
                <c:v>6.6866308450698853E-2</c:v>
              </c:pt>
              <c:pt idx="17">
                <c:v>6.8599894642829895E-2</c:v>
              </c:pt>
              <c:pt idx="18">
                <c:v>5.7360224425792694E-2</c:v>
              </c:pt>
              <c:pt idx="19">
                <c:v>8.1781685352325439E-2</c:v>
              </c:pt>
              <c:pt idx="20">
                <c:v>3.4862540662288666E-2</c:v>
              </c:pt>
              <c:pt idx="21">
                <c:v>5.0525885075330734E-2</c:v>
              </c:pt>
              <c:pt idx="22">
                <c:v>0.22579602897167206</c:v>
              </c:pt>
              <c:pt idx="23">
                <c:v>7.6656706631183624E-2</c:v>
              </c:pt>
              <c:pt idx="24">
                <c:v>0.24526001513004303</c:v>
              </c:pt>
              <c:pt idx="25">
                <c:v>0.28292694687843323</c:v>
              </c:pt>
              <c:pt idx="26">
                <c:v>4.9680653959512711E-2</c:v>
              </c:pt>
              <c:pt idx="27">
                <c:v>7.5105659663677216E-2</c:v>
              </c:pt>
              <c:pt idx="28">
                <c:v>3.2952949404716492E-2</c:v>
              </c:pt>
              <c:pt idx="29">
                <c:v>5.5891856551170349E-2</c:v>
              </c:pt>
              <c:pt idx="30">
                <c:v>6.2510833144187927E-2</c:v>
              </c:pt>
              <c:pt idx="31">
                <c:v>7.6053716242313385E-2</c:v>
              </c:pt>
              <c:pt idx="32">
                <c:v>4.054873064160347E-2</c:v>
              </c:pt>
              <c:pt idx="33">
                <c:v>0.21428363025188446</c:v>
              </c:pt>
              <c:pt idx="34">
                <c:v>5.4638579487800598E-2</c:v>
              </c:pt>
              <c:pt idx="35">
                <c:v>0.1377650648355484</c:v>
              </c:pt>
              <c:pt idx="36">
                <c:v>4.7480810433626175E-2</c:v>
              </c:pt>
              <c:pt idx="37">
                <c:v>4.7563880681991577E-2</c:v>
              </c:pt>
              <c:pt idx="38">
                <c:v>0.1534598171710968</c:v>
              </c:pt>
              <c:pt idx="39">
                <c:v>0.71788918972015381</c:v>
              </c:pt>
              <c:pt idx="40">
                <c:v>0.15828774869441986</c:v>
              </c:pt>
              <c:pt idx="41">
                <c:v>2.173292264342308E-2</c:v>
              </c:pt>
              <c:pt idx="42">
                <c:v>5.3409520536661148E-2</c:v>
              </c:pt>
              <c:pt idx="43">
                <c:v>6.0377579182386398E-2</c:v>
              </c:pt>
              <c:pt idx="44">
                <c:v>2.6502992957830429E-2</c:v>
              </c:pt>
              <c:pt idx="45">
                <c:v>7.9149991273880005E-2</c:v>
              </c:pt>
              <c:pt idx="46">
                <c:v>0.29604372382164001</c:v>
              </c:pt>
              <c:pt idx="47">
                <c:v>0.24648061394691467</c:v>
              </c:pt>
              <c:pt idx="48">
                <c:v>0.2342473566532135</c:v>
              </c:pt>
              <c:pt idx="49">
                <c:v>0.21984829008579254</c:v>
              </c:pt>
              <c:pt idx="50">
                <c:v>5.8758784085512161E-2</c:v>
              </c:pt>
              <c:pt idx="51">
                <c:v>3.9108499884605408E-2</c:v>
              </c:pt>
              <c:pt idx="52">
                <c:v>6.8734049797058105E-2</c:v>
              </c:pt>
              <c:pt idx="53">
                <c:v>0.99130451679229736</c:v>
              </c:pt>
              <c:pt idx="54">
                <c:v>0.24499037861824036</c:v>
              </c:pt>
              <c:pt idx="55">
                <c:v>0.12843693792819977</c:v>
              </c:pt>
              <c:pt idx="56">
                <c:v>6.8528369069099426E-2</c:v>
              </c:pt>
              <c:pt idx="57">
                <c:v>2.1477609872817993E-2</c:v>
              </c:pt>
              <c:pt idx="58">
                <c:v>0.12810893356800079</c:v>
              </c:pt>
              <c:pt idx="59">
                <c:v>5.4893463850021362E-2</c:v>
              </c:pt>
              <c:pt idx="60">
                <c:v>0.15357355773448944</c:v>
              </c:pt>
              <c:pt idx="61">
                <c:v>0.13656683266162872</c:v>
              </c:pt>
              <c:pt idx="62">
                <c:v>0.12784959375858307</c:v>
              </c:pt>
              <c:pt idx="63">
                <c:v>9.8782002925872803E-2</c:v>
              </c:pt>
              <c:pt idx="64">
                <c:v>5.6552190333604813E-2</c:v>
              </c:pt>
              <c:pt idx="65">
                <c:v>6.5216526389122009E-2</c:v>
              </c:pt>
              <c:pt idx="66">
                <c:v>2.7678688988089561E-2</c:v>
              </c:pt>
              <c:pt idx="67">
                <c:v>4.3590474873781204E-2</c:v>
              </c:pt>
              <c:pt idx="68">
                <c:v>0.10532311350107193</c:v>
              </c:pt>
              <c:pt idx="69">
                <c:v>5.6315753608942032E-2</c:v>
              </c:pt>
              <c:pt idx="70">
                <c:v>8.4515899419784546E-2</c:v>
              </c:pt>
              <c:pt idx="71">
                <c:v>5.0269912928342819E-2</c:v>
              </c:pt>
              <c:pt idx="72">
                <c:v>7.7560879290103912E-2</c:v>
              </c:pt>
              <c:pt idx="73">
                <c:v>9.2251844704151154E-2</c:v>
              </c:pt>
              <c:pt idx="74">
                <c:v>1</c:v>
              </c:pt>
              <c:pt idx="75">
                <c:v>9.5841668546199799E-2</c:v>
              </c:pt>
              <c:pt idx="76">
                <c:v>7.1055814623832703E-2</c:v>
              </c:pt>
              <c:pt idx="77">
                <c:v>3.8570109754800797E-2</c:v>
              </c:pt>
              <c:pt idx="78">
                <c:v>0.10486731678247452</c:v>
              </c:pt>
              <c:pt idx="79">
                <c:v>4.7570220194756985E-3</c:v>
              </c:pt>
              <c:pt idx="80">
                <c:v>0.43983405828475952</c:v>
              </c:pt>
              <c:pt idx="81">
                <c:v>0.10094465315341949</c:v>
              </c:pt>
              <c:pt idx="82">
                <c:v>6.4460597932338715E-2</c:v>
              </c:pt>
              <c:pt idx="83">
                <c:v>9.1879196465015411E-2</c:v>
              </c:pt>
              <c:pt idx="84">
                <c:v>9.5585934817790985E-2</c:v>
              </c:pt>
              <c:pt idx="85">
                <c:v>7.9916462302207947E-2</c:v>
              </c:pt>
              <c:pt idx="86">
                <c:v>7.5189985334873199E-2</c:v>
              </c:pt>
              <c:pt idx="87">
                <c:v>5.4177407175302505E-2</c:v>
              </c:pt>
              <c:pt idx="88">
                <c:v>7.1576870977878571E-2</c:v>
              </c:pt>
              <c:pt idx="89">
                <c:v>6.7690457217395306E-3</c:v>
              </c:pt>
              <c:pt idx="90">
                <c:v>0</c:v>
              </c:pt>
              <c:pt idx="91">
                <c:v>5.5655252188444138E-2</c:v>
              </c:pt>
              <c:pt idx="92">
                <c:v>0.11033950746059418</c:v>
              </c:pt>
              <c:pt idx="93">
                <c:v>0.23067827522754669</c:v>
              </c:pt>
              <c:pt idx="94">
                <c:v>0.10666657239198685</c:v>
              </c:pt>
              <c:pt idx="95">
                <c:v>7.4811853468418121E-2</c:v>
              </c:pt>
              <c:pt idx="96">
                <c:v>8.2498833537101746E-2</c:v>
              </c:pt>
              <c:pt idx="97">
                <c:v>0.47536149621009827</c:v>
              </c:pt>
              <c:pt idx="98">
                <c:v>0.11263992637395859</c:v>
              </c:pt>
              <c:pt idx="99">
                <c:v>0.14974144101142883</c:v>
              </c:pt>
              <c:pt idx="100">
                <c:v>6.7425645887851715E-2</c:v>
              </c:pt>
              <c:pt idx="101">
                <c:v>1.1716394685208797E-2</c:v>
              </c:pt>
              <c:pt idx="102">
                <c:v>0.10443645715713501</c:v>
              </c:pt>
              <c:pt idx="103">
                <c:v>9.8233111202716827E-2</c:v>
              </c:pt>
              <c:pt idx="104">
                <c:v>0.26370394229888916</c:v>
              </c:pt>
              <c:pt idx="105">
                <c:v>0.31752276420593262</c:v>
              </c:pt>
              <c:pt idx="106">
                <c:v>6.4232371747493744E-2</c:v>
              </c:pt>
              <c:pt idx="107">
                <c:v>6.5107911825180054E-2</c:v>
              </c:pt>
              <c:pt idx="108">
                <c:v>0.11608361452817917</c:v>
              </c:pt>
              <c:pt idx="109">
                <c:v>8.2646764814853668E-2</c:v>
              </c:pt>
              <c:pt idx="110">
                <c:v>6.2527172267436981E-2</c:v>
              </c:pt>
              <c:pt idx="111">
                <c:v>8.705698698759079E-2</c:v>
              </c:pt>
              <c:pt idx="112">
                <c:v>1.154753565788269E-2</c:v>
              </c:pt>
              <c:pt idx="113">
                <c:v>5.8839313685894012E-2</c:v>
              </c:pt>
              <c:pt idx="114">
                <c:v>4.3067727237939835E-2</c:v>
              </c:pt>
              <c:pt idx="115">
                <c:v>8.9389204978942871E-2</c:v>
              </c:pt>
              <c:pt idx="116">
                <c:v>9.54618901014328E-2</c:v>
              </c:pt>
              <c:pt idx="117">
                <c:v>0.18047824501991272</c:v>
              </c:pt>
              <c:pt idx="118">
                <c:v>7.4931643903255463E-2</c:v>
              </c:pt>
              <c:pt idx="119">
                <c:v>0.15267336368560791</c:v>
              </c:pt>
              <c:pt idx="120">
                <c:v>0.10558069497346878</c:v>
              </c:pt>
              <c:pt idx="121">
                <c:v>0.13028939068317413</c:v>
              </c:pt>
              <c:pt idx="122">
                <c:v>1.467087771743536E-2</c:v>
              </c:pt>
              <c:pt idx="123">
                <c:v>6.4297333359718323E-2</c:v>
              </c:pt>
              <c:pt idx="124">
                <c:v>5.7575508952140808E-2</c:v>
              </c:pt>
              <c:pt idx="125">
                <c:v>3.7341248244047165E-2</c:v>
              </c:pt>
              <c:pt idx="126">
                <c:v>8.3974353969097137E-2</c:v>
              </c:pt>
              <c:pt idx="127">
                <c:v>7.202921062707901E-2</c:v>
              </c:pt>
              <c:pt idx="128">
                <c:v>6.7043542861938477E-2</c:v>
              </c:pt>
              <c:pt idx="129">
                <c:v>9.0826764702796936E-2</c:v>
              </c:pt>
              <c:pt idx="130">
                <c:v>0.23539172112941742</c:v>
              </c:pt>
              <c:pt idx="131">
                <c:v>0.22141930460929871</c:v>
              </c:pt>
              <c:pt idx="132">
                <c:v>3.8835566490888596E-2</c:v>
              </c:pt>
              <c:pt idx="133">
                <c:v>6.1729751527309418E-2</c:v>
              </c:pt>
              <c:pt idx="134">
                <c:v>9.8193444311618805E-2</c:v>
              </c:pt>
              <c:pt idx="135">
                <c:v>3.6999970674514771E-2</c:v>
              </c:pt>
              <c:pt idx="136">
                <c:v>8.4993280470371246E-2</c:v>
              </c:pt>
              <c:pt idx="137">
                <c:v>0.19125097990036011</c:v>
              </c:pt>
              <c:pt idx="138">
                <c:v>8.8176771998405457E-2</c:v>
              </c:pt>
              <c:pt idx="139">
                <c:v>7.5021639466285706E-2</c:v>
              </c:pt>
              <c:pt idx="140">
                <c:v>8.3657771348953247E-2</c:v>
              </c:pt>
              <c:pt idx="141">
                <c:v>7.7221229672431946E-2</c:v>
              </c:pt>
              <c:pt idx="142">
                <c:v>6.0235112905502319E-2</c:v>
              </c:pt>
              <c:pt idx="143">
                <c:v>0.11626928299665451</c:v>
              </c:pt>
              <c:pt idx="144">
                <c:v>9.7575090825557709E-2</c:v>
              </c:pt>
              <c:pt idx="145">
                <c:v>0.11393245309591293</c:v>
              </c:pt>
              <c:pt idx="146">
                <c:v>0.1196230873465538</c:v>
              </c:pt>
              <c:pt idx="147">
                <c:v>6.081729382276535E-2</c:v>
              </c:pt>
              <c:pt idx="148">
                <c:v>0.14825023710727692</c:v>
              </c:pt>
              <c:pt idx="149">
                <c:v>7.9242587089538574E-2</c:v>
              </c:pt>
              <c:pt idx="150">
                <c:v>6.6116221249103546E-2</c:v>
              </c:pt>
              <c:pt idx="151">
                <c:v>0.10027652233839035</c:v>
              </c:pt>
              <c:pt idx="152">
                <c:v>3.7570830434560776E-2</c:v>
              </c:pt>
              <c:pt idx="153">
                <c:v>2.534341998398304E-2</c:v>
              </c:pt>
              <c:pt idx="154">
                <c:v>6.2822677195072174E-2</c:v>
              </c:pt>
              <c:pt idx="155">
                <c:v>0.37221044301986694</c:v>
              </c:pt>
              <c:pt idx="156">
                <c:v>0.26756107807159424</c:v>
              </c:pt>
              <c:pt idx="157">
                <c:v>9.6053972840309143E-2</c:v>
              </c:pt>
              <c:pt idx="158">
                <c:v>5.0495173782110214E-2</c:v>
              </c:pt>
              <c:pt idx="159">
                <c:v>3.2883372157812119E-2</c:v>
              </c:pt>
              <c:pt idx="160">
                <c:v>0.27113965153694153</c:v>
              </c:pt>
              <c:pt idx="161">
                <c:v>0.27491909265518188</c:v>
              </c:pt>
              <c:pt idx="162">
                <c:v>0.17346340417861938</c:v>
              </c:pt>
              <c:pt idx="163">
                <c:v>0.1271253228187561</c:v>
              </c:pt>
              <c:pt idx="164">
                <c:v>3.4687720239162445E-2</c:v>
              </c:pt>
              <c:pt idx="165">
                <c:v>7.5267195701599121E-2</c:v>
              </c:pt>
              <c:pt idx="166">
                <c:v>4.1359752416610718E-2</c:v>
              </c:pt>
              <c:pt idx="167">
                <c:v>0.14250840246677399</c:v>
              </c:pt>
              <c:pt idx="168">
                <c:v>3.9630483835935593E-2</c:v>
              </c:pt>
              <c:pt idx="169">
                <c:v>3.1130533665418625E-2</c:v>
              </c:pt>
              <c:pt idx="170">
                <c:v>4.7594986855983734E-2</c:v>
              </c:pt>
              <c:pt idx="171">
                <c:v>5.3557194769382477E-2</c:v>
              </c:pt>
              <c:pt idx="172">
                <c:v>6.1078689992427826E-2</c:v>
              </c:pt>
              <c:pt idx="173">
                <c:v>5.629788339138031E-2</c:v>
              </c:pt>
              <c:pt idx="174">
                <c:v>5.5472608655691147E-2</c:v>
              </c:pt>
              <c:pt idx="175">
                <c:v>3.5146195441484451E-2</c:v>
              </c:pt>
              <c:pt idx="176">
                <c:v>2.7663519605994225E-2</c:v>
              </c:pt>
              <c:pt idx="177">
                <c:v>0.10512838512659073</c:v>
              </c:pt>
              <c:pt idx="178">
                <c:v>4.8095114529132843E-2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5AD2-49FF-BE4B-90F673EDE1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05"/>
          <c:min val="0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43"/>
          <c:min val="18"/>
        </c:scaling>
        <c:delete val="0"/>
        <c:axPos val="b"/>
        <c:title>
          <c:tx>
            <c:rich>
              <a:bodyPr/>
              <a:lstStyle/>
              <a:p>
                <a:r>
                  <a:rPr lang="el-GR" sz="1125">
                    <a:solidFill>
                      <a:srgbClr val="657384"/>
                    </a:solidFill>
                  </a:rPr>
                  <a:t>2θ (°)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9E0E8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657384"/>
                </a:solidFill>
              </a:defRPr>
            </a:pPr>
            <a:endParaRPr lang="zh-CN"/>
          </a:p>
        </c:txPr>
        <c:crossAx val="48672768"/>
        <c:crosses val="autoZero"/>
        <c:crossBetween val="midCat"/>
        <c:majorUnit val="5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Baseline calculated pattern</c:v>
          </c:tx>
          <c:spPr>
            <a:ln w="20003">
              <a:solidFill>
                <a:srgbClr val="285F97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179"/>
              <c:pt idx="0">
                <c:v>18</c:v>
              </c:pt>
              <c:pt idx="1">
                <c:v>18.14</c:v>
              </c:pt>
              <c:pt idx="2">
                <c:v>18.28</c:v>
              </c:pt>
              <c:pt idx="3">
                <c:v>18.420000000000002</c:v>
              </c:pt>
              <c:pt idx="4">
                <c:v>18.560000000000002</c:v>
              </c:pt>
              <c:pt idx="5">
                <c:v>18.700000000000003</c:v>
              </c:pt>
              <c:pt idx="6">
                <c:v>18.96</c:v>
              </c:pt>
              <c:pt idx="7">
                <c:v>19.04</c:v>
              </c:pt>
              <c:pt idx="8">
                <c:v>19.12</c:v>
              </c:pt>
              <c:pt idx="9">
                <c:v>19.259999999999998</c:v>
              </c:pt>
              <c:pt idx="10">
                <c:v>19.399999999999999</c:v>
              </c:pt>
              <c:pt idx="11">
                <c:v>19.54</c:v>
              </c:pt>
              <c:pt idx="12">
                <c:v>19.8</c:v>
              </c:pt>
              <c:pt idx="13">
                <c:v>19.939999999999998</c:v>
              </c:pt>
              <c:pt idx="14">
                <c:v>19.96</c:v>
              </c:pt>
              <c:pt idx="15">
                <c:v>20.100000000000001</c:v>
              </c:pt>
              <c:pt idx="16">
                <c:v>20.240000000000002</c:v>
              </c:pt>
              <c:pt idx="17">
                <c:v>20.380000000000003</c:v>
              </c:pt>
              <c:pt idx="18">
                <c:v>20.52</c:v>
              </c:pt>
              <c:pt idx="19">
                <c:v>20.66</c:v>
              </c:pt>
              <c:pt idx="20">
                <c:v>20.8</c:v>
              </c:pt>
              <c:pt idx="21">
                <c:v>21.060000000000002</c:v>
              </c:pt>
              <c:pt idx="22">
                <c:v>21.18</c:v>
              </c:pt>
              <c:pt idx="23">
                <c:v>21.22</c:v>
              </c:pt>
              <c:pt idx="24">
                <c:v>21.48</c:v>
              </c:pt>
              <c:pt idx="25">
                <c:v>21.5</c:v>
              </c:pt>
              <c:pt idx="26">
                <c:v>21.64</c:v>
              </c:pt>
              <c:pt idx="27">
                <c:v>21.78</c:v>
              </c:pt>
              <c:pt idx="28">
                <c:v>21.92</c:v>
              </c:pt>
              <c:pt idx="29">
                <c:v>22.060000000000002</c:v>
              </c:pt>
              <c:pt idx="30">
                <c:v>22.200000000000003</c:v>
              </c:pt>
              <c:pt idx="31">
                <c:v>22.46</c:v>
              </c:pt>
              <c:pt idx="32">
                <c:v>22.6</c:v>
              </c:pt>
              <c:pt idx="33">
                <c:v>22.64</c:v>
              </c:pt>
              <c:pt idx="34">
                <c:v>22.759999999999998</c:v>
              </c:pt>
              <c:pt idx="35">
                <c:v>22.9</c:v>
              </c:pt>
              <c:pt idx="36">
                <c:v>23.04</c:v>
              </c:pt>
              <c:pt idx="37">
                <c:v>23.3</c:v>
              </c:pt>
              <c:pt idx="38">
                <c:v>23.439999999999998</c:v>
              </c:pt>
              <c:pt idx="39">
                <c:v>23.54</c:v>
              </c:pt>
              <c:pt idx="40">
                <c:v>23.6</c:v>
              </c:pt>
              <c:pt idx="41">
                <c:v>23.740000000000002</c:v>
              </c:pt>
              <c:pt idx="42">
                <c:v>23.880000000000003</c:v>
              </c:pt>
              <c:pt idx="43">
                <c:v>24.02</c:v>
              </c:pt>
              <c:pt idx="44">
                <c:v>24.16</c:v>
              </c:pt>
              <c:pt idx="45">
                <c:v>24.42</c:v>
              </c:pt>
              <c:pt idx="46">
                <c:v>24.560000000000002</c:v>
              </c:pt>
              <c:pt idx="47">
                <c:v>24.58</c:v>
              </c:pt>
              <c:pt idx="48">
                <c:v>24.84</c:v>
              </c:pt>
              <c:pt idx="49">
                <c:v>24.86</c:v>
              </c:pt>
              <c:pt idx="50">
                <c:v>25</c:v>
              </c:pt>
              <c:pt idx="51">
                <c:v>25.14</c:v>
              </c:pt>
              <c:pt idx="52">
                <c:v>25.4</c:v>
              </c:pt>
              <c:pt idx="53">
                <c:v>25.5</c:v>
              </c:pt>
              <c:pt idx="54">
                <c:v>25.560000000000002</c:v>
              </c:pt>
              <c:pt idx="55">
                <c:v>25.82</c:v>
              </c:pt>
              <c:pt idx="56">
                <c:v>25.84</c:v>
              </c:pt>
              <c:pt idx="57">
                <c:v>25.98</c:v>
              </c:pt>
              <c:pt idx="58">
                <c:v>26.12</c:v>
              </c:pt>
              <c:pt idx="59">
                <c:v>26.38</c:v>
              </c:pt>
              <c:pt idx="60">
                <c:v>26.5</c:v>
              </c:pt>
              <c:pt idx="61">
                <c:v>26.66</c:v>
              </c:pt>
              <c:pt idx="62">
                <c:v>26.68</c:v>
              </c:pt>
              <c:pt idx="63">
                <c:v>26.82</c:v>
              </c:pt>
              <c:pt idx="64">
                <c:v>26.96</c:v>
              </c:pt>
              <c:pt idx="65">
                <c:v>27.1</c:v>
              </c:pt>
              <c:pt idx="66">
                <c:v>27.240000000000002</c:v>
              </c:pt>
              <c:pt idx="67">
                <c:v>27.38</c:v>
              </c:pt>
              <c:pt idx="68">
                <c:v>27.52</c:v>
              </c:pt>
              <c:pt idx="69">
                <c:v>27.66</c:v>
              </c:pt>
              <c:pt idx="70">
                <c:v>27.8</c:v>
              </c:pt>
              <c:pt idx="71">
                <c:v>27.94</c:v>
              </c:pt>
              <c:pt idx="72">
                <c:v>28.080000000000002</c:v>
              </c:pt>
              <c:pt idx="73">
                <c:v>28.34</c:v>
              </c:pt>
              <c:pt idx="74">
                <c:v>28.42</c:v>
              </c:pt>
              <c:pt idx="75">
                <c:v>28.5</c:v>
              </c:pt>
              <c:pt idx="76">
                <c:v>28.64</c:v>
              </c:pt>
              <c:pt idx="77">
                <c:v>28.78</c:v>
              </c:pt>
              <c:pt idx="78">
                <c:v>28.92</c:v>
              </c:pt>
              <c:pt idx="79">
                <c:v>29.18</c:v>
              </c:pt>
              <c:pt idx="80">
                <c:v>29.28</c:v>
              </c:pt>
              <c:pt idx="81">
                <c:v>29.44</c:v>
              </c:pt>
              <c:pt idx="82">
                <c:v>29.48</c:v>
              </c:pt>
              <c:pt idx="83">
                <c:v>29.62</c:v>
              </c:pt>
              <c:pt idx="84">
                <c:v>29.76</c:v>
              </c:pt>
              <c:pt idx="85">
                <c:v>29.900000000000002</c:v>
              </c:pt>
              <c:pt idx="86">
                <c:v>30.04</c:v>
              </c:pt>
              <c:pt idx="87">
                <c:v>30.3</c:v>
              </c:pt>
              <c:pt idx="88">
                <c:v>30.42</c:v>
              </c:pt>
              <c:pt idx="89">
                <c:v>30.46</c:v>
              </c:pt>
              <c:pt idx="90">
                <c:v>30.6</c:v>
              </c:pt>
              <c:pt idx="91">
                <c:v>30.86</c:v>
              </c:pt>
              <c:pt idx="92">
                <c:v>31</c:v>
              </c:pt>
              <c:pt idx="93">
                <c:v>31.02</c:v>
              </c:pt>
              <c:pt idx="94">
                <c:v>31.16</c:v>
              </c:pt>
              <c:pt idx="95">
                <c:v>31.3</c:v>
              </c:pt>
              <c:pt idx="96">
                <c:v>31.56</c:v>
              </c:pt>
              <c:pt idx="97">
                <c:v>31.68</c:v>
              </c:pt>
              <c:pt idx="98">
                <c:v>31.72</c:v>
              </c:pt>
              <c:pt idx="99">
                <c:v>31.96</c:v>
              </c:pt>
              <c:pt idx="100">
                <c:v>32</c:v>
              </c:pt>
              <c:pt idx="101">
                <c:v>32.14</c:v>
              </c:pt>
              <c:pt idx="102">
                <c:v>32.400000000000006</c:v>
              </c:pt>
              <c:pt idx="103">
                <c:v>32.5</c:v>
              </c:pt>
              <c:pt idx="104">
                <c:v>32.68</c:v>
              </c:pt>
              <c:pt idx="105">
                <c:v>32.700000000000003</c:v>
              </c:pt>
              <c:pt idx="106">
                <c:v>32.840000000000003</c:v>
              </c:pt>
              <c:pt idx="107">
                <c:v>32.980000000000004</c:v>
              </c:pt>
              <c:pt idx="108">
                <c:v>33.120000000000005</c:v>
              </c:pt>
              <c:pt idx="109">
                <c:v>33.379999999999995</c:v>
              </c:pt>
              <c:pt idx="110">
                <c:v>33.519999999999996</c:v>
              </c:pt>
              <c:pt idx="111">
                <c:v>33.6</c:v>
              </c:pt>
              <c:pt idx="112">
                <c:v>33.68</c:v>
              </c:pt>
              <c:pt idx="113">
                <c:v>33.94</c:v>
              </c:pt>
              <c:pt idx="114">
                <c:v>34.06</c:v>
              </c:pt>
              <c:pt idx="115">
                <c:v>34.22</c:v>
              </c:pt>
              <c:pt idx="116">
                <c:v>34.260000000000005</c:v>
              </c:pt>
              <c:pt idx="117">
                <c:v>34.42</c:v>
              </c:pt>
              <c:pt idx="118">
                <c:v>34.519999999999996</c:v>
              </c:pt>
              <c:pt idx="119">
                <c:v>34.78</c:v>
              </c:pt>
              <c:pt idx="120">
                <c:v>34.92</c:v>
              </c:pt>
              <c:pt idx="121">
                <c:v>34.94</c:v>
              </c:pt>
              <c:pt idx="122">
                <c:v>35.08</c:v>
              </c:pt>
              <c:pt idx="123">
                <c:v>35.22</c:v>
              </c:pt>
              <c:pt idx="124">
                <c:v>35.36</c:v>
              </c:pt>
              <c:pt idx="125">
                <c:v>35.5</c:v>
              </c:pt>
              <c:pt idx="126">
                <c:v>35.64</c:v>
              </c:pt>
              <c:pt idx="127">
                <c:v>35.900000000000006</c:v>
              </c:pt>
              <c:pt idx="128">
                <c:v>35.980000000000004</c:v>
              </c:pt>
              <c:pt idx="129">
                <c:v>36.06</c:v>
              </c:pt>
              <c:pt idx="130">
                <c:v>36.32</c:v>
              </c:pt>
              <c:pt idx="131">
                <c:v>36.340000000000003</c:v>
              </c:pt>
              <c:pt idx="132">
                <c:v>36.480000000000004</c:v>
              </c:pt>
              <c:pt idx="133">
                <c:v>36.620000000000005</c:v>
              </c:pt>
              <c:pt idx="134">
                <c:v>36.760000000000005</c:v>
              </c:pt>
              <c:pt idx="135">
                <c:v>37.019999999999996</c:v>
              </c:pt>
              <c:pt idx="136">
                <c:v>37.159999999999997</c:v>
              </c:pt>
              <c:pt idx="137">
                <c:v>37.24</c:v>
              </c:pt>
              <c:pt idx="138">
                <c:v>37.32</c:v>
              </c:pt>
              <c:pt idx="139">
                <c:v>37.58</c:v>
              </c:pt>
              <c:pt idx="140">
                <c:v>37.72</c:v>
              </c:pt>
              <c:pt idx="141">
                <c:v>37.74</c:v>
              </c:pt>
              <c:pt idx="142">
                <c:v>38</c:v>
              </c:pt>
              <c:pt idx="143">
                <c:v>38.1</c:v>
              </c:pt>
              <c:pt idx="144">
                <c:v>38.159999999999997</c:v>
              </c:pt>
              <c:pt idx="145">
                <c:v>38.42</c:v>
              </c:pt>
              <c:pt idx="146">
                <c:v>38.44</c:v>
              </c:pt>
              <c:pt idx="147">
                <c:v>38.620000000000005</c:v>
              </c:pt>
              <c:pt idx="148">
                <c:v>38.72</c:v>
              </c:pt>
              <c:pt idx="149">
                <c:v>38.86</c:v>
              </c:pt>
              <c:pt idx="150">
                <c:v>39</c:v>
              </c:pt>
              <c:pt idx="151">
                <c:v>39.260000000000005</c:v>
              </c:pt>
              <c:pt idx="152">
                <c:v>39.340000000000003</c:v>
              </c:pt>
              <c:pt idx="153">
                <c:v>39.42</c:v>
              </c:pt>
              <c:pt idx="154">
                <c:v>39.68</c:v>
              </c:pt>
              <c:pt idx="155">
                <c:v>39.82</c:v>
              </c:pt>
              <c:pt idx="156">
                <c:v>39.840000000000003</c:v>
              </c:pt>
              <c:pt idx="157">
                <c:v>39.980000000000004</c:v>
              </c:pt>
              <c:pt idx="158">
                <c:v>40.120000000000005</c:v>
              </c:pt>
              <c:pt idx="159">
                <c:v>40.379999999999995</c:v>
              </c:pt>
              <c:pt idx="160">
                <c:v>40.5</c:v>
              </c:pt>
              <c:pt idx="161">
                <c:v>40.620000000000005</c:v>
              </c:pt>
              <c:pt idx="162">
                <c:v>40.68</c:v>
              </c:pt>
              <c:pt idx="163">
                <c:v>40.82</c:v>
              </c:pt>
              <c:pt idx="164">
                <c:v>40.96</c:v>
              </c:pt>
              <c:pt idx="165">
                <c:v>41.22</c:v>
              </c:pt>
              <c:pt idx="166">
                <c:v>41.36</c:v>
              </c:pt>
              <c:pt idx="167">
                <c:v>41.42</c:v>
              </c:pt>
              <c:pt idx="168">
                <c:v>41.519999999999996</c:v>
              </c:pt>
              <c:pt idx="169">
                <c:v>41.78</c:v>
              </c:pt>
              <c:pt idx="170">
                <c:v>41.879999999999995</c:v>
              </c:pt>
              <c:pt idx="171">
                <c:v>42.06</c:v>
              </c:pt>
              <c:pt idx="172">
                <c:v>42.08</c:v>
              </c:pt>
              <c:pt idx="173">
                <c:v>42.22</c:v>
              </c:pt>
              <c:pt idx="174">
                <c:v>42.36</c:v>
              </c:pt>
              <c:pt idx="175">
                <c:v>42.62</c:v>
              </c:pt>
              <c:pt idx="176">
                <c:v>42.7</c:v>
              </c:pt>
              <c:pt idx="177">
                <c:v>42.78</c:v>
              </c:pt>
              <c:pt idx="178">
                <c:v>43</c:v>
              </c:pt>
            </c:numLit>
          </c:xVal>
          <c:yVal>
            <c:numLit>
              <c:formatCode>General</c:formatCode>
              <c:ptCount val="17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3.0717112123966217E-2</c:v>
              </c:pt>
              <c:pt idx="7">
                <c:v>0.27132305502891541</c:v>
              </c:pt>
              <c:pt idx="8">
                <c:v>9.361661970615387E-3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6.6845233959611505E-5</c:v>
              </c:pt>
              <c:pt idx="13">
                <c:v>7.8551508486270905E-2</c:v>
              </c:pt>
              <c:pt idx="14">
                <c:v>6.2038935720920563E-2</c:v>
              </c:pt>
              <c:pt idx="15">
                <c:v>6.5793843532446772E-5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2.1161964104976505E-4</c:v>
              </c:pt>
              <c:pt idx="22">
                <c:v>9.0510956943035126E-2</c:v>
              </c:pt>
              <c:pt idx="23">
                <c:v>4.2621582746505737E-2</c:v>
              </c:pt>
              <c:pt idx="24">
                <c:v>0.26585096120834351</c:v>
              </c:pt>
              <c:pt idx="25">
                <c:v>0.27738502621650696</c:v>
              </c:pt>
              <c:pt idx="26">
                <c:v>2.279169530083891E-5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9.5120675780435704E-9</c:v>
              </c:pt>
              <c:pt idx="32">
                <c:v>1.4388076029717922E-2</c:v>
              </c:pt>
              <c:pt idx="33">
                <c:v>3.7068437784910202E-2</c:v>
              </c:pt>
              <c:pt idx="34">
                <c:v>1.547565043438226E-4</c:v>
              </c:pt>
              <c:pt idx="35">
                <c:v>0</c:v>
              </c:pt>
              <c:pt idx="36">
                <c:v>0</c:v>
              </c:pt>
              <c:pt idx="37">
                <c:v>3.241339982196223E-6</c:v>
              </c:pt>
              <c:pt idx="38">
                <c:v>6.3658982515335083E-2</c:v>
              </c:pt>
              <c:pt idx="39">
                <c:v>0.59878402948379517</c:v>
              </c:pt>
              <c:pt idx="40">
                <c:v>0.12208119034767151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2.9093462217133492E-5</c:v>
              </c:pt>
              <c:pt idx="46">
                <c:v>0.28639495372772217</c:v>
              </c:pt>
              <c:pt idx="47">
                <c:v>0.2662920355796814</c:v>
              </c:pt>
              <c:pt idx="48">
                <c:v>0.21023382246494293</c:v>
              </c:pt>
              <c:pt idx="49">
                <c:v>0.18134702742099762</c:v>
              </c:pt>
              <c:pt idx="50">
                <c:v>3.9331912375928368E-6</c:v>
              </c:pt>
              <c:pt idx="51">
                <c:v>0</c:v>
              </c:pt>
              <c:pt idx="52">
                <c:v>6.4089354127645493E-3</c:v>
              </c:pt>
              <c:pt idx="53">
                <c:v>0.90963500738143921</c:v>
              </c:pt>
              <c:pt idx="54">
                <c:v>0.27793031930923462</c:v>
              </c:pt>
              <c:pt idx="55">
                <c:v>1.2817802838981152E-2</c:v>
              </c:pt>
              <c:pt idx="56">
                <c:v>1.0629730299115181E-2</c:v>
              </c:pt>
              <c:pt idx="57">
                <c:v>1.7500991589258774E-7</c:v>
              </c:pt>
              <c:pt idx="58">
                <c:v>0</c:v>
              </c:pt>
              <c:pt idx="59">
                <c:v>3.3901716233231127E-4</c:v>
              </c:pt>
              <c:pt idx="60">
                <c:v>0.13608941435813904</c:v>
              </c:pt>
              <c:pt idx="61">
                <c:v>0.11387132108211517</c:v>
              </c:pt>
              <c:pt idx="62">
                <c:v>0.12414190918207169</c:v>
              </c:pt>
              <c:pt idx="63">
                <c:v>1.391570913256146E-5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9.9775843322277069E-2</c:v>
              </c:pt>
              <c:pt idx="74">
                <c:v>1</c:v>
              </c:pt>
              <c:pt idx="75">
                <c:v>9.7913563251495361E-2</c:v>
              </c:pt>
              <c:pt idx="76">
                <c:v>1.0327248674002476E-5</c:v>
              </c:pt>
              <c:pt idx="77">
                <c:v>0</c:v>
              </c:pt>
              <c:pt idx="78">
                <c:v>0</c:v>
              </c:pt>
              <c:pt idx="79">
                <c:v>3.8666143082082272E-3</c:v>
              </c:pt>
              <c:pt idx="80">
                <c:v>0.29963245987892151</c:v>
              </c:pt>
              <c:pt idx="81">
                <c:v>6.8232350051403046E-2</c:v>
              </c:pt>
              <c:pt idx="82">
                <c:v>3.7487383931875229E-2</c:v>
              </c:pt>
              <c:pt idx="83">
                <c:v>8.3637203829312057E-8</c:v>
              </c:pt>
              <c:pt idx="84">
                <c:v>0</c:v>
              </c:pt>
              <c:pt idx="85">
                <c:v>0</c:v>
              </c:pt>
              <c:pt idx="86">
                <c:v>0</c:v>
              </c:pt>
              <c:pt idx="87">
                <c:v>4.1968414734583348E-5</c:v>
              </c:pt>
              <c:pt idx="88">
                <c:v>3.068811446428299E-2</c:v>
              </c:pt>
              <c:pt idx="89">
                <c:v>1.7279563471674919E-2</c:v>
              </c:pt>
              <c:pt idx="90">
                <c:v>4.2002902489457483E-8</c:v>
              </c:pt>
              <c:pt idx="91">
                <c:v>9.911652796290582E-7</c:v>
              </c:pt>
              <c:pt idx="92">
                <c:v>0.12536910176277161</c:v>
              </c:pt>
              <c:pt idx="93">
                <c:v>0.168169766664505</c:v>
              </c:pt>
              <c:pt idx="94">
                <c:v>6.2310483306646347E-2</c:v>
              </c:pt>
              <c:pt idx="95">
                <c:v>4.4760489836335182E-3</c:v>
              </c:pt>
              <c:pt idx="96">
                <c:v>9.1964699095115066E-4</c:v>
              </c:pt>
              <c:pt idx="97">
                <c:v>0.37144815921783447</c:v>
              </c:pt>
              <c:pt idx="98">
                <c:v>0.17160789668560028</c:v>
              </c:pt>
              <c:pt idx="99">
                <c:v>5.1129885017871857E-2</c:v>
              </c:pt>
              <c:pt idx="100">
                <c:v>2.8354402631521225E-2</c:v>
              </c:pt>
              <c:pt idx="101">
                <c:v>6.7094748374074697E-5</c:v>
              </c:pt>
              <c:pt idx="102">
                <c:v>2.0312287379056215E-3</c:v>
              </c:pt>
              <c:pt idx="103">
                <c:v>9.6768938004970551E-2</c:v>
              </c:pt>
              <c:pt idx="104">
                <c:v>0.22275803983211517</c:v>
              </c:pt>
              <c:pt idx="105">
                <c:v>0.23240369558334351</c:v>
              </c:pt>
              <c:pt idx="106">
                <c:v>1.908495687530376E-5</c:v>
              </c:pt>
              <c:pt idx="107">
                <c:v>0</c:v>
              </c:pt>
              <c:pt idx="108">
                <c:v>0</c:v>
              </c:pt>
              <c:pt idx="109">
                <c:v>2.8698105597868562E-4</c:v>
              </c:pt>
              <c:pt idx="110">
                <c:v>3.4860323648899794E-3</c:v>
              </c:pt>
              <c:pt idx="111">
                <c:v>3.3431246876716614E-2</c:v>
              </c:pt>
              <c:pt idx="112">
                <c:v>1.3574018375948071E-3</c:v>
              </c:pt>
              <c:pt idx="113">
                <c:v>2.3629720544704469E-6</c:v>
              </c:pt>
              <c:pt idx="114">
                <c:v>2.4162584450095892E-3</c:v>
              </c:pt>
              <c:pt idx="115">
                <c:v>3.3972129225730896E-2</c:v>
              </c:pt>
              <c:pt idx="116">
                <c:v>6.0538474470376968E-2</c:v>
              </c:pt>
              <c:pt idx="117">
                <c:v>0.13710513710975647</c:v>
              </c:pt>
              <c:pt idx="118">
                <c:v>2.1674560848623514E-3</c:v>
              </c:pt>
              <c:pt idx="119">
                <c:v>2.4534505791962147E-3</c:v>
              </c:pt>
              <c:pt idx="120">
                <c:v>8.0764800310134888E-2</c:v>
              </c:pt>
              <c:pt idx="121">
                <c:v>0.10781524330377579</c:v>
              </c:pt>
              <c:pt idx="122">
                <c:v>1.6587225720286369E-2</c:v>
              </c:pt>
              <c:pt idx="123">
                <c:v>1.5498335415031761E-7</c:v>
              </c:pt>
              <c:pt idx="124">
                <c:v>0</c:v>
              </c:pt>
              <c:pt idx="125">
                <c:v>0</c:v>
              </c:pt>
              <c:pt idx="126">
                <c:v>0</c:v>
              </c:pt>
              <c:pt idx="127">
                <c:v>2.5547356344759464E-3</c:v>
              </c:pt>
              <c:pt idx="128">
                <c:v>2.5143442675471306E-2</c:v>
              </c:pt>
              <c:pt idx="129">
                <c:v>9.6663727890700102E-4</c:v>
              </c:pt>
              <c:pt idx="130">
                <c:v>0.17258891463279724</c:v>
              </c:pt>
              <c:pt idx="131">
                <c:v>0.15909411013126373</c:v>
              </c:pt>
              <c:pt idx="132">
                <c:v>5.4918955356697552E-6</c:v>
              </c:pt>
              <c:pt idx="133">
                <c:v>0</c:v>
              </c:pt>
              <c:pt idx="134">
                <c:v>0</c:v>
              </c:pt>
              <c:pt idx="135">
                <c:v>6.7846485762856901E-8</c:v>
              </c:pt>
              <c:pt idx="136">
                <c:v>2.5719976052641869E-2</c:v>
              </c:pt>
              <c:pt idx="137">
                <c:v>0.12478621304035187</c:v>
              </c:pt>
              <c:pt idx="138">
                <c:v>5.969647690653801E-2</c:v>
              </c:pt>
              <c:pt idx="139">
                <c:v>4.6583451762671757E-7</c:v>
              </c:pt>
              <c:pt idx="140">
                <c:v>2.6754539459943771E-2</c:v>
              </c:pt>
              <c:pt idx="141">
                <c:v>3.2005034387111664E-2</c:v>
              </c:pt>
              <c:pt idx="142">
                <c:v>3.0183880589902401E-3</c:v>
              </c:pt>
              <c:pt idx="143">
                <c:v>9.7403116524219513E-2</c:v>
              </c:pt>
              <c:pt idx="144">
                <c:v>1.310392003506422E-2</c:v>
              </c:pt>
              <c:pt idx="145">
                <c:v>6.5296739339828491E-2</c:v>
              </c:pt>
              <c:pt idx="146">
                <c:v>8.278820663690567E-2</c:v>
              </c:pt>
              <c:pt idx="147">
                <c:v>2.977534756064415E-2</c:v>
              </c:pt>
              <c:pt idx="148">
                <c:v>8.9489942183718085E-4</c:v>
              </c:pt>
              <c:pt idx="149">
                <c:v>1.9812796381302178E-6</c:v>
              </c:pt>
              <c:pt idx="150">
                <c:v>0</c:v>
              </c:pt>
              <c:pt idx="151">
                <c:v>4.6491980901919305E-4</c:v>
              </c:pt>
              <c:pt idx="152">
                <c:v>8.8380333036184311E-3</c:v>
              </c:pt>
              <c:pt idx="153">
                <c:v>1.3435025466606021E-3</c:v>
              </c:pt>
              <c:pt idx="154">
                <c:v>2.664389739948092E-6</c:v>
              </c:pt>
              <c:pt idx="155">
                <c:v>0.21671338379383087</c:v>
              </c:pt>
              <c:pt idx="156">
                <c:v>0.27245542407035828</c:v>
              </c:pt>
              <c:pt idx="157">
                <c:v>8.2555037806741893E-5</c:v>
              </c:pt>
              <c:pt idx="158">
                <c:v>0</c:v>
              </c:pt>
              <c:pt idx="159">
                <c:v>3.7573184818029404E-4</c:v>
              </c:pt>
              <c:pt idx="160">
                <c:v>8.1948362290859222E-2</c:v>
              </c:pt>
              <c:pt idx="161">
                <c:v>0.21277961134910583</c:v>
              </c:pt>
              <c:pt idx="162">
                <c:v>0.15199407935142517</c:v>
              </c:pt>
              <c:pt idx="163">
                <c:v>2.3638276616111398E-5</c:v>
              </c:pt>
              <c:pt idx="164">
                <c:v>0</c:v>
              </c:pt>
              <c:pt idx="165">
                <c:v>2.6567124677967513E-7</c:v>
              </c:pt>
              <c:pt idx="166">
                <c:v>1.6431588679552078E-2</c:v>
              </c:pt>
              <c:pt idx="167">
                <c:v>6.3264966011047363E-2</c:v>
              </c:pt>
              <c:pt idx="168">
                <c:v>1.4553506625816226E-3</c:v>
              </c:pt>
              <c:pt idx="169">
                <c:v>1.8078595167025924E-4</c:v>
              </c:pt>
              <c:pt idx="170">
                <c:v>1.0369866155087948E-2</c:v>
              </c:pt>
              <c:pt idx="171">
                <c:v>9.560510516166687E-3</c:v>
              </c:pt>
              <c:pt idx="172">
                <c:v>1.1177113279700279E-2</c:v>
              </c:pt>
              <c:pt idx="173">
                <c:v>1.0025068186223507E-3</c:v>
              </c:pt>
              <c:pt idx="174">
                <c:v>5.9524002393729347E-10</c:v>
              </c:pt>
              <c:pt idx="175">
                <c:v>1.4895837521180511E-3</c:v>
              </c:pt>
              <c:pt idx="176">
                <c:v>4.6191077679395676E-2</c:v>
              </c:pt>
              <c:pt idx="177">
                <c:v>5.9216227382421494E-3</c:v>
              </c:pt>
              <c:pt idx="178">
                <c:v>4.3009094952140003E-6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065C-4E21-BEAA-234CDBDAC3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04"/>
          <c:min val="0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43"/>
          <c:min val="18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72768"/>
        <c:crosses val="autoZero"/>
        <c:crossBetween val="midCat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view A</c:v>
          </c:tx>
          <c:spPr>
            <a:ln w="22860">
              <a:solidFill>
                <a:srgbClr val="285F97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179"/>
              <c:pt idx="0">
                <c:v>18.079999999999998</c:v>
              </c:pt>
              <c:pt idx="1">
                <c:v>18.16</c:v>
              </c:pt>
              <c:pt idx="2">
                <c:v>18.399999999999999</c:v>
              </c:pt>
              <c:pt idx="3">
                <c:v>18.5</c:v>
              </c:pt>
              <c:pt idx="4">
                <c:v>18.579999999999998</c:v>
              </c:pt>
              <c:pt idx="5">
                <c:v>18.72</c:v>
              </c:pt>
              <c:pt idx="6">
                <c:v>18.96</c:v>
              </c:pt>
              <c:pt idx="7">
                <c:v>19.04</c:v>
              </c:pt>
              <c:pt idx="8">
                <c:v>19.12</c:v>
              </c:pt>
              <c:pt idx="9">
                <c:v>19.32</c:v>
              </c:pt>
              <c:pt idx="10">
                <c:v>19.46</c:v>
              </c:pt>
              <c:pt idx="11">
                <c:v>19.54</c:v>
              </c:pt>
              <c:pt idx="12">
                <c:v>19.740000000000002</c:v>
              </c:pt>
              <c:pt idx="13">
                <c:v>19.920000000000002</c:v>
              </c:pt>
              <c:pt idx="14">
                <c:v>19.96</c:v>
              </c:pt>
              <c:pt idx="15">
                <c:v>20.100000000000001</c:v>
              </c:pt>
              <c:pt idx="16">
                <c:v>20.240000000000002</c:v>
              </c:pt>
              <c:pt idx="17">
                <c:v>20.420000000000002</c:v>
              </c:pt>
              <c:pt idx="18">
                <c:v>20.6</c:v>
              </c:pt>
              <c:pt idx="19">
                <c:v>20.78</c:v>
              </c:pt>
              <c:pt idx="20">
                <c:v>20.84</c:v>
              </c:pt>
              <c:pt idx="21">
                <c:v>21.060000000000002</c:v>
              </c:pt>
              <c:pt idx="22">
                <c:v>21.18</c:v>
              </c:pt>
              <c:pt idx="23">
                <c:v>21.22</c:v>
              </c:pt>
              <c:pt idx="24">
                <c:v>21.48</c:v>
              </c:pt>
              <c:pt idx="25">
                <c:v>21.5</c:v>
              </c:pt>
              <c:pt idx="26">
                <c:v>21.72</c:v>
              </c:pt>
              <c:pt idx="27">
                <c:v>21.9</c:v>
              </c:pt>
              <c:pt idx="28">
                <c:v>21.96</c:v>
              </c:pt>
              <c:pt idx="29">
                <c:v>22.16</c:v>
              </c:pt>
              <c:pt idx="30">
                <c:v>22.200000000000003</c:v>
              </c:pt>
              <c:pt idx="31">
                <c:v>22.42</c:v>
              </c:pt>
              <c:pt idx="32">
                <c:v>22.6</c:v>
              </c:pt>
              <c:pt idx="33">
                <c:v>22.64</c:v>
              </c:pt>
              <c:pt idx="34">
                <c:v>22.880000000000003</c:v>
              </c:pt>
              <c:pt idx="35">
                <c:v>22.9</c:v>
              </c:pt>
              <c:pt idx="36">
                <c:v>23.1</c:v>
              </c:pt>
              <c:pt idx="37">
                <c:v>23.3</c:v>
              </c:pt>
              <c:pt idx="38">
                <c:v>23.439999999999998</c:v>
              </c:pt>
              <c:pt idx="39">
                <c:v>23.54</c:v>
              </c:pt>
              <c:pt idx="40">
                <c:v>23.6</c:v>
              </c:pt>
              <c:pt idx="41">
                <c:v>23.759999999999998</c:v>
              </c:pt>
              <c:pt idx="42">
                <c:v>23.96</c:v>
              </c:pt>
              <c:pt idx="43">
                <c:v>24.08</c:v>
              </c:pt>
              <c:pt idx="44">
                <c:v>24.16</c:v>
              </c:pt>
              <c:pt idx="45">
                <c:v>24.36</c:v>
              </c:pt>
              <c:pt idx="46">
                <c:v>24.560000000000002</c:v>
              </c:pt>
              <c:pt idx="47">
                <c:v>24.58</c:v>
              </c:pt>
              <c:pt idx="48">
                <c:v>24.84</c:v>
              </c:pt>
              <c:pt idx="49">
                <c:v>24.86</c:v>
              </c:pt>
              <c:pt idx="50">
                <c:v>25.08</c:v>
              </c:pt>
              <c:pt idx="51">
                <c:v>25.240000000000002</c:v>
              </c:pt>
              <c:pt idx="52">
                <c:v>25.4</c:v>
              </c:pt>
              <c:pt idx="53">
                <c:v>25.5</c:v>
              </c:pt>
              <c:pt idx="54">
                <c:v>25.560000000000002</c:v>
              </c:pt>
              <c:pt idx="55">
                <c:v>25.8</c:v>
              </c:pt>
              <c:pt idx="56">
                <c:v>25.84</c:v>
              </c:pt>
              <c:pt idx="57">
                <c:v>26.1</c:v>
              </c:pt>
              <c:pt idx="58">
                <c:v>26.14</c:v>
              </c:pt>
              <c:pt idx="59">
                <c:v>26.38</c:v>
              </c:pt>
              <c:pt idx="60">
                <c:v>26.5</c:v>
              </c:pt>
              <c:pt idx="61">
                <c:v>26.66</c:v>
              </c:pt>
              <c:pt idx="62">
                <c:v>26.68</c:v>
              </c:pt>
              <c:pt idx="63">
                <c:v>26.92</c:v>
              </c:pt>
              <c:pt idx="64">
                <c:v>27.080000000000002</c:v>
              </c:pt>
              <c:pt idx="65">
                <c:v>27.12</c:v>
              </c:pt>
              <c:pt idx="66">
                <c:v>27.26</c:v>
              </c:pt>
              <c:pt idx="67">
                <c:v>27.44</c:v>
              </c:pt>
              <c:pt idx="68">
                <c:v>27.64</c:v>
              </c:pt>
              <c:pt idx="69">
                <c:v>27.72</c:v>
              </c:pt>
              <c:pt idx="70">
                <c:v>27.86</c:v>
              </c:pt>
              <c:pt idx="71">
                <c:v>28.06</c:v>
              </c:pt>
              <c:pt idx="72">
                <c:v>28.12</c:v>
              </c:pt>
              <c:pt idx="73">
                <c:v>28.34</c:v>
              </c:pt>
              <c:pt idx="74">
                <c:v>28.42</c:v>
              </c:pt>
              <c:pt idx="75">
                <c:v>28.5</c:v>
              </c:pt>
              <c:pt idx="76">
                <c:v>28.72</c:v>
              </c:pt>
              <c:pt idx="77">
                <c:v>28.88</c:v>
              </c:pt>
              <c:pt idx="78">
                <c:v>28.92</c:v>
              </c:pt>
              <c:pt idx="79">
                <c:v>29.18</c:v>
              </c:pt>
              <c:pt idx="80">
                <c:v>29.28</c:v>
              </c:pt>
              <c:pt idx="81">
                <c:v>29.34</c:v>
              </c:pt>
              <c:pt idx="82">
                <c:v>29.48</c:v>
              </c:pt>
              <c:pt idx="83">
                <c:v>29.72</c:v>
              </c:pt>
              <c:pt idx="84">
                <c:v>29.78</c:v>
              </c:pt>
              <c:pt idx="85">
                <c:v>30.02</c:v>
              </c:pt>
              <c:pt idx="86">
                <c:v>30.080000000000002</c:v>
              </c:pt>
              <c:pt idx="87">
                <c:v>30.28</c:v>
              </c:pt>
              <c:pt idx="88">
                <c:v>30.44</c:v>
              </c:pt>
              <c:pt idx="89">
                <c:v>30.46</c:v>
              </c:pt>
              <c:pt idx="90">
                <c:v>30.62</c:v>
              </c:pt>
              <c:pt idx="91">
                <c:v>30.82</c:v>
              </c:pt>
              <c:pt idx="92">
                <c:v>31</c:v>
              </c:pt>
              <c:pt idx="93">
                <c:v>31.02</c:v>
              </c:pt>
              <c:pt idx="94">
                <c:v>31.16</c:v>
              </c:pt>
              <c:pt idx="95">
                <c:v>31.32</c:v>
              </c:pt>
              <c:pt idx="96">
                <c:v>31.56</c:v>
              </c:pt>
              <c:pt idx="97">
                <c:v>31.68</c:v>
              </c:pt>
              <c:pt idx="98">
                <c:v>31.72</c:v>
              </c:pt>
              <c:pt idx="99">
                <c:v>31.96</c:v>
              </c:pt>
              <c:pt idx="100">
                <c:v>32</c:v>
              </c:pt>
              <c:pt idx="101">
                <c:v>32.200000000000003</c:v>
              </c:pt>
              <c:pt idx="102">
                <c:v>32.400000000000006</c:v>
              </c:pt>
              <c:pt idx="103">
                <c:v>32.5</c:v>
              </c:pt>
              <c:pt idx="104">
                <c:v>32.68</c:v>
              </c:pt>
              <c:pt idx="105">
                <c:v>32.700000000000003</c:v>
              </c:pt>
              <c:pt idx="106">
                <c:v>32.840000000000003</c:v>
              </c:pt>
              <c:pt idx="107">
                <c:v>32.980000000000004</c:v>
              </c:pt>
              <c:pt idx="108">
                <c:v>33.159999999999997</c:v>
              </c:pt>
              <c:pt idx="109">
                <c:v>33.260000000000005</c:v>
              </c:pt>
              <c:pt idx="110">
                <c:v>33.480000000000004</c:v>
              </c:pt>
              <c:pt idx="111">
                <c:v>33.58</c:v>
              </c:pt>
              <c:pt idx="112">
                <c:v>33.68</c:v>
              </c:pt>
              <c:pt idx="113">
                <c:v>33.879999999999995</c:v>
              </c:pt>
              <c:pt idx="114">
                <c:v>34.06</c:v>
              </c:pt>
              <c:pt idx="115">
                <c:v>34.22</c:v>
              </c:pt>
              <c:pt idx="116">
                <c:v>34.24</c:v>
              </c:pt>
              <c:pt idx="117">
                <c:v>34.42</c:v>
              </c:pt>
              <c:pt idx="118">
                <c:v>34.519999999999996</c:v>
              </c:pt>
              <c:pt idx="119">
                <c:v>34.78</c:v>
              </c:pt>
              <c:pt idx="120">
                <c:v>34.92</c:v>
              </c:pt>
              <c:pt idx="121">
                <c:v>34.94</c:v>
              </c:pt>
              <c:pt idx="122">
                <c:v>35.08</c:v>
              </c:pt>
              <c:pt idx="123">
                <c:v>35.260000000000005</c:v>
              </c:pt>
              <c:pt idx="124">
                <c:v>35.42</c:v>
              </c:pt>
              <c:pt idx="125">
                <c:v>35.54</c:v>
              </c:pt>
              <c:pt idx="126">
                <c:v>35.760000000000005</c:v>
              </c:pt>
              <c:pt idx="127">
                <c:v>35.900000000000006</c:v>
              </c:pt>
              <c:pt idx="128">
                <c:v>35.96</c:v>
              </c:pt>
              <c:pt idx="129">
                <c:v>36.08</c:v>
              </c:pt>
              <c:pt idx="130">
                <c:v>36.32</c:v>
              </c:pt>
              <c:pt idx="131">
                <c:v>36.340000000000003</c:v>
              </c:pt>
              <c:pt idx="132">
                <c:v>36.519999999999996</c:v>
              </c:pt>
              <c:pt idx="133">
                <c:v>36.64</c:v>
              </c:pt>
              <c:pt idx="134">
                <c:v>36.840000000000003</c:v>
              </c:pt>
              <c:pt idx="135">
                <c:v>36.980000000000004</c:v>
              </c:pt>
              <c:pt idx="136">
                <c:v>37.159999999999997</c:v>
              </c:pt>
              <c:pt idx="137">
                <c:v>37.24</c:v>
              </c:pt>
              <c:pt idx="138">
                <c:v>37.32</c:v>
              </c:pt>
              <c:pt idx="139">
                <c:v>37.519999999999996</c:v>
              </c:pt>
              <c:pt idx="140">
                <c:v>37.72</c:v>
              </c:pt>
              <c:pt idx="141">
                <c:v>37.74</c:v>
              </c:pt>
              <c:pt idx="142">
                <c:v>37.980000000000004</c:v>
              </c:pt>
              <c:pt idx="143">
                <c:v>38.08</c:v>
              </c:pt>
              <c:pt idx="144">
                <c:v>38.159999999999997</c:v>
              </c:pt>
              <c:pt idx="145">
                <c:v>38.42</c:v>
              </c:pt>
              <c:pt idx="146">
                <c:v>38.44</c:v>
              </c:pt>
              <c:pt idx="147">
                <c:v>38.620000000000005</c:v>
              </c:pt>
              <c:pt idx="148">
                <c:v>38.72</c:v>
              </c:pt>
              <c:pt idx="149">
                <c:v>38.94</c:v>
              </c:pt>
              <c:pt idx="150">
                <c:v>39.120000000000005</c:v>
              </c:pt>
              <c:pt idx="151">
                <c:v>39.200000000000003</c:v>
              </c:pt>
              <c:pt idx="152">
                <c:v>39.340000000000003</c:v>
              </c:pt>
              <c:pt idx="153">
                <c:v>39.480000000000004</c:v>
              </c:pt>
              <c:pt idx="154">
                <c:v>39.56</c:v>
              </c:pt>
              <c:pt idx="155">
                <c:v>39.82</c:v>
              </c:pt>
              <c:pt idx="156">
                <c:v>39.840000000000003</c:v>
              </c:pt>
              <c:pt idx="157">
                <c:v>40</c:v>
              </c:pt>
              <c:pt idx="158">
                <c:v>40.159999999999997</c:v>
              </c:pt>
              <c:pt idx="159">
                <c:v>40.32</c:v>
              </c:pt>
              <c:pt idx="160">
                <c:v>40.480000000000004</c:v>
              </c:pt>
              <c:pt idx="161">
                <c:v>40.620000000000005</c:v>
              </c:pt>
              <c:pt idx="162">
                <c:v>40.68</c:v>
              </c:pt>
              <c:pt idx="163">
                <c:v>40.900000000000006</c:v>
              </c:pt>
              <c:pt idx="164">
                <c:v>41.04</c:v>
              </c:pt>
              <c:pt idx="165">
                <c:v>41.16</c:v>
              </c:pt>
              <c:pt idx="166">
                <c:v>41.36</c:v>
              </c:pt>
              <c:pt idx="167">
                <c:v>41.42</c:v>
              </c:pt>
              <c:pt idx="168">
                <c:v>41.519999999999996</c:v>
              </c:pt>
              <c:pt idx="169">
                <c:v>41.74</c:v>
              </c:pt>
              <c:pt idx="170">
                <c:v>41.879999999999995</c:v>
              </c:pt>
              <c:pt idx="171">
                <c:v>42.06</c:v>
              </c:pt>
              <c:pt idx="172">
                <c:v>42.08</c:v>
              </c:pt>
              <c:pt idx="173">
                <c:v>42.32</c:v>
              </c:pt>
              <c:pt idx="174">
                <c:v>42.480000000000004</c:v>
              </c:pt>
              <c:pt idx="175">
                <c:v>42.62</c:v>
              </c:pt>
              <c:pt idx="176">
                <c:v>42.7</c:v>
              </c:pt>
              <c:pt idx="177">
                <c:v>42.78</c:v>
              </c:pt>
              <c:pt idx="178">
                <c:v>42.980000000000004</c:v>
              </c:pt>
            </c:numLit>
          </c:xVal>
          <c:yVal>
            <c:numLit>
              <c:formatCode>General</c:formatCode>
              <c:ptCount val="179"/>
              <c:pt idx="0">
                <c:v>4.9037067219614983E-3</c:v>
              </c:pt>
              <c:pt idx="1">
                <c:v>3.5110029857605696E-3</c:v>
              </c:pt>
              <c:pt idx="2">
                <c:v>4.6095033176243305E-3</c:v>
              </c:pt>
              <c:pt idx="3">
                <c:v>3.6450640764087439E-3</c:v>
              </c:pt>
              <c:pt idx="4">
                <c:v>4.4598891399800777E-3</c:v>
              </c:pt>
              <c:pt idx="5">
                <c:v>4.6110143885016441E-3</c:v>
              </c:pt>
              <c:pt idx="6">
                <c:v>6.844668835401535E-2</c:v>
              </c:pt>
              <c:pt idx="7">
                <c:v>0.28659012913703918</c:v>
              </c:pt>
              <c:pt idx="8">
                <c:v>2.6538331061601639E-2</c:v>
              </c:pt>
              <c:pt idx="9">
                <c:v>4.6924431808292866E-3</c:v>
              </c:pt>
              <c:pt idx="10">
                <c:v>5.1715951412916183E-3</c:v>
              </c:pt>
              <c:pt idx="11">
                <c:v>4.642317071557045E-3</c:v>
              </c:pt>
              <c:pt idx="12">
                <c:v>2.9395229648798704E-3</c:v>
              </c:pt>
              <c:pt idx="13">
                <c:v>8.4400422871112823E-2</c:v>
              </c:pt>
              <c:pt idx="14">
                <c:v>7.8276768326759338E-2</c:v>
              </c:pt>
              <c:pt idx="15">
                <c:v>3.9629396051168442E-3</c:v>
              </c:pt>
              <c:pt idx="16">
                <c:v>5.3832260891795158E-3</c:v>
              </c:pt>
              <c:pt idx="17">
                <c:v>5.3689563646912575E-3</c:v>
              </c:pt>
              <c:pt idx="18">
                <c:v>3.9726612158119678E-3</c:v>
              </c:pt>
              <c:pt idx="19">
                <c:v>4.6702604740858078E-3</c:v>
              </c:pt>
              <c:pt idx="20">
                <c:v>4.405527375638485E-3</c:v>
              </c:pt>
              <c:pt idx="21">
                <c:v>4.5423735864460468E-3</c:v>
              </c:pt>
              <c:pt idx="22">
                <c:v>9.5410376787185669E-2</c:v>
              </c:pt>
              <c:pt idx="23">
                <c:v>5.2591618150472641E-2</c:v>
              </c:pt>
              <c:pt idx="24">
                <c:v>0.26428896188735962</c:v>
              </c:pt>
              <c:pt idx="25">
                <c:v>0.28262856602668762</c:v>
              </c:pt>
              <c:pt idx="26">
                <c:v>4.6564680524170399E-3</c:v>
              </c:pt>
              <c:pt idx="27">
                <c:v>4.5130597427487373E-3</c:v>
              </c:pt>
              <c:pt idx="28">
                <c:v>5.4563279263675213E-3</c:v>
              </c:pt>
              <c:pt idx="29">
                <c:v>6.0536391101777554E-3</c:v>
              </c:pt>
              <c:pt idx="30">
                <c:v>3.3347010612487793E-3</c:v>
              </c:pt>
              <c:pt idx="31">
                <c:v>5.7684704661369324E-3</c:v>
              </c:pt>
              <c:pt idx="32">
                <c:v>2.2459043189883232E-2</c:v>
              </c:pt>
              <c:pt idx="33">
                <c:v>4.424569383263588E-2</c:v>
              </c:pt>
              <c:pt idx="34">
                <c:v>5.1447558216750622E-3</c:v>
              </c:pt>
              <c:pt idx="35">
                <c:v>5.2157612517476082E-3</c:v>
              </c:pt>
              <c:pt idx="36">
                <c:v>3.8361561018973589E-3</c:v>
              </c:pt>
              <c:pt idx="37">
                <c:v>6.4031677320599556E-3</c:v>
              </c:pt>
              <c:pt idx="38">
                <c:v>7.8952595591545105E-2</c:v>
              </c:pt>
              <c:pt idx="39">
                <c:v>0.61589062213897705</c:v>
              </c:pt>
              <c:pt idx="40">
                <c:v>0.19187361001968384</c:v>
              </c:pt>
              <c:pt idx="41">
                <c:v>5.009820219129324E-3</c:v>
              </c:pt>
              <c:pt idx="42">
                <c:v>5.2134031429886818E-3</c:v>
              </c:pt>
              <c:pt idx="43">
                <c:v>5.2260984666645527E-3</c:v>
              </c:pt>
              <c:pt idx="44">
                <c:v>5.7374411262571812E-3</c:v>
              </c:pt>
              <c:pt idx="45">
                <c:v>3.9429999887943268E-3</c:v>
              </c:pt>
              <c:pt idx="46">
                <c:v>0.2934836745262146</c:v>
              </c:pt>
              <c:pt idx="47">
                <c:v>0.28914296627044678</c:v>
              </c:pt>
              <c:pt idx="48">
                <c:v>0.21117030084133148</c:v>
              </c:pt>
              <c:pt idx="49">
                <c:v>0.1957135796546936</c:v>
              </c:pt>
              <c:pt idx="50">
                <c:v>5.4878978990018368E-3</c:v>
              </c:pt>
              <c:pt idx="51">
                <c:v>5.02421660348773E-3</c:v>
              </c:pt>
              <c:pt idx="52">
                <c:v>2.8670281171798706E-2</c:v>
              </c:pt>
              <c:pt idx="53">
                <c:v>0.96130996942520142</c:v>
              </c:pt>
              <c:pt idx="54">
                <c:v>0.41229504346847534</c:v>
              </c:pt>
              <c:pt idx="55">
                <c:v>1.7544819042086601E-2</c:v>
              </c:pt>
              <c:pt idx="56">
                <c:v>1.5253839083015919E-2</c:v>
              </c:pt>
              <c:pt idx="57">
                <c:v>4.6703619882464409E-3</c:v>
              </c:pt>
              <c:pt idx="58">
                <c:v>7.1877026930451393E-3</c:v>
              </c:pt>
              <c:pt idx="59">
                <c:v>5.8443583548069E-3</c:v>
              </c:pt>
              <c:pt idx="60">
                <c:v>0.14558057487010956</c:v>
              </c:pt>
              <c:pt idx="61">
                <c:v>0.12846334278583527</c:v>
              </c:pt>
              <c:pt idx="62">
                <c:v>0.12603716552257538</c:v>
              </c:pt>
              <c:pt idx="63">
                <c:v>6.6876597702503204E-3</c:v>
              </c:pt>
              <c:pt idx="64">
                <c:v>5.1904032006859779E-3</c:v>
              </c:pt>
              <c:pt idx="65">
                <c:v>5.6116809137165546E-3</c:v>
              </c:pt>
              <c:pt idx="66">
                <c:v>5.0689904019236565E-3</c:v>
              </c:pt>
              <c:pt idx="67">
                <c:v>4.9181627109646797E-3</c:v>
              </c:pt>
              <c:pt idx="68">
                <c:v>4.53568110242486E-3</c:v>
              </c:pt>
              <c:pt idx="69">
                <c:v>5.6767472997307777E-3</c:v>
              </c:pt>
              <c:pt idx="70">
                <c:v>5.3537962958216667E-3</c:v>
              </c:pt>
              <c:pt idx="71">
                <c:v>5.6081432849168777E-3</c:v>
              </c:pt>
              <c:pt idx="72">
                <c:v>5.6400452740490437E-3</c:v>
              </c:pt>
              <c:pt idx="73">
                <c:v>0.19816763699054718</c:v>
              </c:pt>
              <c:pt idx="74">
                <c:v>1</c:v>
              </c:pt>
              <c:pt idx="75">
                <c:v>0.14761948585510254</c:v>
              </c:pt>
              <c:pt idx="76">
                <c:v>5.1423273980617523E-3</c:v>
              </c:pt>
              <c:pt idx="77">
                <c:v>4.6958080492913723E-3</c:v>
              </c:pt>
              <c:pt idx="78">
                <c:v>6.577156949788332E-3</c:v>
              </c:pt>
              <c:pt idx="79">
                <c:v>1.8681006506085396E-2</c:v>
              </c:pt>
              <c:pt idx="80">
                <c:v>0.32059568166732788</c:v>
              </c:pt>
              <c:pt idx="81">
                <c:v>0.10505968332290649</c:v>
              </c:pt>
              <c:pt idx="82">
                <c:v>5.0554439425468445E-2</c:v>
              </c:pt>
              <c:pt idx="83">
                <c:v>8.0313123762607574E-3</c:v>
              </c:pt>
              <c:pt idx="84">
                <c:v>5.9693865478038788E-3</c:v>
              </c:pt>
              <c:pt idx="85">
                <c:v>6.2786471098661423E-3</c:v>
              </c:pt>
              <c:pt idx="86">
                <c:v>6.4770374447107315E-3</c:v>
              </c:pt>
              <c:pt idx="87">
                <c:v>6.1618355102837086E-3</c:v>
              </c:pt>
              <c:pt idx="88">
                <c:v>3.4649644047021866E-2</c:v>
              </c:pt>
              <c:pt idx="89">
                <c:v>2.066401019692421E-2</c:v>
              </c:pt>
              <c:pt idx="90">
                <c:v>4.858293104916811E-3</c:v>
              </c:pt>
              <c:pt idx="91">
                <c:v>8.8101662695407867E-3</c:v>
              </c:pt>
              <c:pt idx="92">
                <c:v>0.14106248319149017</c:v>
              </c:pt>
              <c:pt idx="93">
                <c:v>0.17331013083457947</c:v>
              </c:pt>
              <c:pt idx="94">
                <c:v>7.4406757950782776E-2</c:v>
              </c:pt>
              <c:pt idx="95">
                <c:v>8.6834849789738655E-3</c:v>
              </c:pt>
              <c:pt idx="96">
                <c:v>9.2250099405646324E-3</c:v>
              </c:pt>
              <c:pt idx="97">
                <c:v>0.37199059128761292</c:v>
              </c:pt>
              <c:pt idx="98">
                <c:v>0.21903708577156067</c:v>
              </c:pt>
              <c:pt idx="99">
                <c:v>6.4658209681510925E-2</c:v>
              </c:pt>
              <c:pt idx="100">
                <c:v>3.3034898340702057E-2</c:v>
              </c:pt>
              <c:pt idx="101">
                <c:v>6.7481976002454758E-3</c:v>
              </c:pt>
              <c:pt idx="102">
                <c:v>9.7764302045106888E-3</c:v>
              </c:pt>
              <c:pt idx="103">
                <c:v>0.10216578841209412</c:v>
              </c:pt>
              <c:pt idx="104">
                <c:v>0.23588523268699646</c:v>
              </c:pt>
              <c:pt idx="105">
                <c:v>0.2421552836894989</c:v>
              </c:pt>
              <c:pt idx="106">
                <c:v>5.8272597379982471E-3</c:v>
              </c:pt>
              <c:pt idx="107">
                <c:v>6.450179498642683E-3</c:v>
              </c:pt>
              <c:pt idx="108">
                <c:v>6.6799023188650608E-3</c:v>
              </c:pt>
              <c:pt idx="109">
                <c:v>7.0038395933806896E-3</c:v>
              </c:pt>
              <c:pt idx="110">
                <c:v>1.0803750716149807E-2</c:v>
              </c:pt>
              <c:pt idx="111">
                <c:v>4.4455468654632568E-2</c:v>
              </c:pt>
              <c:pt idx="112">
                <c:v>8.4230685606598854E-3</c:v>
              </c:pt>
              <c:pt idx="113">
                <c:v>5.7605765759944916E-3</c:v>
              </c:pt>
              <c:pt idx="114">
                <c:v>1.0887755081057549E-2</c:v>
              </c:pt>
              <c:pt idx="115">
                <c:v>4.35795858502388E-2</c:v>
              </c:pt>
              <c:pt idx="116">
                <c:v>6.2431924045085907E-2</c:v>
              </c:pt>
              <c:pt idx="117">
                <c:v>0.14615395665168762</c:v>
              </c:pt>
              <c:pt idx="118">
                <c:v>1.1846615001559258E-2</c:v>
              </c:pt>
              <c:pt idx="119">
                <c:v>9.9660186097025871E-3</c:v>
              </c:pt>
              <c:pt idx="120">
                <c:v>8.9499220252037048E-2</c:v>
              </c:pt>
              <c:pt idx="121">
                <c:v>0.11759506165981293</c:v>
              </c:pt>
              <c:pt idx="122">
                <c:v>2.323446050286293E-2</c:v>
              </c:pt>
              <c:pt idx="123">
                <c:v>7.3259877972304821E-3</c:v>
              </c:pt>
              <c:pt idx="124">
                <c:v>6.8458523601293564E-3</c:v>
              </c:pt>
              <c:pt idx="125">
                <c:v>6.6063720732927322E-3</c:v>
              </c:pt>
              <c:pt idx="126">
                <c:v>8.5915718227624893E-3</c:v>
              </c:pt>
              <c:pt idx="127">
                <c:v>1.2805779464542866E-2</c:v>
              </c:pt>
              <c:pt idx="128">
                <c:v>4.0904242545366287E-2</c:v>
              </c:pt>
              <c:pt idx="129">
                <c:v>7.3483516462147236E-3</c:v>
              </c:pt>
              <c:pt idx="130">
                <c:v>0.18087773025035858</c:v>
              </c:pt>
              <c:pt idx="131">
                <c:v>0.17352844774723053</c:v>
              </c:pt>
              <c:pt idx="132">
                <c:v>6.9062449038028717E-3</c:v>
              </c:pt>
              <c:pt idx="133">
                <c:v>6.6655846312642097E-3</c:v>
              </c:pt>
              <c:pt idx="134">
                <c:v>5.9571010060608387E-3</c:v>
              </c:pt>
              <c:pt idx="135">
                <c:v>8.0282585695385933E-3</c:v>
              </c:pt>
              <c:pt idx="136">
                <c:v>3.9232674986124039E-2</c:v>
              </c:pt>
              <c:pt idx="137">
                <c:v>0.16483072936534882</c:v>
              </c:pt>
              <c:pt idx="138">
                <c:v>7.5574986636638641E-2</c:v>
              </c:pt>
              <c:pt idx="139">
                <c:v>6.2535498291254044E-3</c:v>
              </c:pt>
              <c:pt idx="140">
                <c:v>3.5944592207670212E-2</c:v>
              </c:pt>
              <c:pt idx="141">
                <c:v>4.2069375514984131E-2</c:v>
              </c:pt>
              <c:pt idx="142">
                <c:v>1.005728542804718E-2</c:v>
              </c:pt>
              <c:pt idx="143">
                <c:v>0.11017841845750809</c:v>
              </c:pt>
              <c:pt idx="144">
                <c:v>2.556418813765049E-2</c:v>
              </c:pt>
              <c:pt idx="145">
                <c:v>7.3601529002189636E-2</c:v>
              </c:pt>
              <c:pt idx="146">
                <c:v>8.6943261325359344E-2</c:v>
              </c:pt>
              <c:pt idx="147">
                <c:v>3.6796718835830688E-2</c:v>
              </c:pt>
              <c:pt idx="148">
                <c:v>1.1811203323304653E-2</c:v>
              </c:pt>
              <c:pt idx="149">
                <c:v>7.7005713246762753E-3</c:v>
              </c:pt>
              <c:pt idx="150">
                <c:v>7.5516845099627972E-3</c:v>
              </c:pt>
              <c:pt idx="151">
                <c:v>7.6225260272622108E-3</c:v>
              </c:pt>
              <c:pt idx="152">
                <c:v>1.6081569716334343E-2</c:v>
              </c:pt>
              <c:pt idx="153">
                <c:v>7.8862598165869713E-3</c:v>
              </c:pt>
              <c:pt idx="154">
                <c:v>7.229955866932869E-3</c:v>
              </c:pt>
              <c:pt idx="155">
                <c:v>0.23720073699951172</c:v>
              </c:pt>
              <c:pt idx="156">
                <c:v>0.28039291501045227</c:v>
              </c:pt>
              <c:pt idx="157">
                <c:v>7.6567246578633785E-3</c:v>
              </c:pt>
              <c:pt idx="158">
                <c:v>7.6725399121642113E-3</c:v>
              </c:pt>
              <c:pt idx="159">
                <c:v>6.7191845737397671E-3</c:v>
              </c:pt>
              <c:pt idx="160">
                <c:v>8.2053974270820618E-2</c:v>
              </c:pt>
              <c:pt idx="161">
                <c:v>0.23450522124767303</c:v>
              </c:pt>
              <c:pt idx="162">
                <c:v>0.1782497763633728</c:v>
              </c:pt>
              <c:pt idx="163">
                <c:v>8.3945402875542641E-3</c:v>
              </c:pt>
              <c:pt idx="164">
                <c:v>8.1469323486089706E-3</c:v>
              </c:pt>
              <c:pt idx="165">
                <c:v>1.0738302953541279E-2</c:v>
              </c:pt>
              <c:pt idx="166">
                <c:v>3.0100949108600616E-2</c:v>
              </c:pt>
              <c:pt idx="167">
                <c:v>7.6589301228523254E-2</c:v>
              </c:pt>
              <c:pt idx="168">
                <c:v>8.909580297768116E-3</c:v>
              </c:pt>
              <c:pt idx="169">
                <c:v>7.9692425206303596E-3</c:v>
              </c:pt>
              <c:pt idx="170">
                <c:v>2.1264113485813141E-2</c:v>
              </c:pt>
              <c:pt idx="171">
                <c:v>1.7844362184405327E-2</c:v>
              </c:pt>
              <c:pt idx="172">
                <c:v>2.0158033818006516E-2</c:v>
              </c:pt>
              <c:pt idx="173">
                <c:v>8.615465834736824E-3</c:v>
              </c:pt>
              <c:pt idx="174">
                <c:v>8.3695463836193085E-3</c:v>
              </c:pt>
              <c:pt idx="175">
                <c:v>1.1247263289988041E-2</c:v>
              </c:pt>
              <c:pt idx="176">
                <c:v>5.2254434674978256E-2</c:v>
              </c:pt>
              <c:pt idx="177">
                <c:v>1.8065864220261574E-2</c:v>
              </c:pt>
              <c:pt idx="178">
                <c:v>8.5451444610953331E-3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82F5-41A7-BC07-77D6106F2D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08"/>
          <c:min val="0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57384"/>
                </a:solidFill>
              </a:defRPr>
            </a:pPr>
            <a:endParaRPr lang="zh-CN"/>
          </a:p>
        </c:txPr>
        <c:crossAx val="48650112"/>
        <c:crosses val="autoZero"/>
        <c:crossBetween val="midCat"/>
        <c:majorUnit val="0.25"/>
      </c:valAx>
      <c:valAx>
        <c:axId val="48650112"/>
        <c:scaling>
          <c:orientation val="minMax"/>
          <c:max val="43"/>
          <c:min val="18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9525">
            <a:solidFill>
              <a:srgbClr val="D9E0E8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57384"/>
                </a:solidFill>
              </a:defRPr>
            </a:pPr>
            <a:endParaRPr lang="zh-CN"/>
          </a:p>
        </c:txPr>
        <c:crossAx val="48672768"/>
        <c:crosses val="autoZero"/>
        <c:crossBetween val="midCat"/>
        <c:majorUnit val="5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view B</c:v>
          </c:tx>
          <c:spPr>
            <a:ln w="22860">
              <a:solidFill>
                <a:srgbClr val="E77A2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179"/>
              <c:pt idx="0">
                <c:v>18.079999999999998</c:v>
              </c:pt>
              <c:pt idx="1">
                <c:v>18.14</c:v>
              </c:pt>
              <c:pt idx="2">
                <c:v>18.3</c:v>
              </c:pt>
              <c:pt idx="3">
                <c:v>18.420000000000002</c:v>
              </c:pt>
              <c:pt idx="4">
                <c:v>18.560000000000002</c:v>
              </c:pt>
              <c:pt idx="5">
                <c:v>18.8</c:v>
              </c:pt>
              <c:pt idx="6">
                <c:v>18.899999999999999</c:v>
              </c:pt>
              <c:pt idx="7">
                <c:v>19.100000000000001</c:v>
              </c:pt>
              <c:pt idx="8">
                <c:v>19.200000000000003</c:v>
              </c:pt>
              <c:pt idx="9">
                <c:v>19.259999999999998</c:v>
              </c:pt>
              <c:pt idx="10">
                <c:v>19.420000000000002</c:v>
              </c:pt>
              <c:pt idx="11">
                <c:v>19.62</c:v>
              </c:pt>
              <c:pt idx="12">
                <c:v>19.8</c:v>
              </c:pt>
              <c:pt idx="13">
                <c:v>19.84</c:v>
              </c:pt>
              <c:pt idx="14">
                <c:v>20.079999999999998</c:v>
              </c:pt>
              <c:pt idx="15">
                <c:v>20.100000000000001</c:v>
              </c:pt>
              <c:pt idx="16">
                <c:v>20.240000000000002</c:v>
              </c:pt>
              <c:pt idx="17">
                <c:v>20.420000000000002</c:v>
              </c:pt>
              <c:pt idx="18">
                <c:v>20.62</c:v>
              </c:pt>
              <c:pt idx="19">
                <c:v>20.740000000000002</c:v>
              </c:pt>
              <c:pt idx="20">
                <c:v>20.9</c:v>
              </c:pt>
              <c:pt idx="21">
                <c:v>20.98</c:v>
              </c:pt>
              <c:pt idx="22">
                <c:v>21.14</c:v>
              </c:pt>
              <c:pt idx="23">
                <c:v>21.34</c:v>
              </c:pt>
              <c:pt idx="24">
                <c:v>21.36</c:v>
              </c:pt>
              <c:pt idx="25">
                <c:v>21.62</c:v>
              </c:pt>
              <c:pt idx="26">
                <c:v>21.66</c:v>
              </c:pt>
              <c:pt idx="27">
                <c:v>21.9</c:v>
              </c:pt>
              <c:pt idx="28">
                <c:v>22.02</c:v>
              </c:pt>
              <c:pt idx="29">
                <c:v>22.08</c:v>
              </c:pt>
              <c:pt idx="30">
                <c:v>22.240000000000002</c:v>
              </c:pt>
              <c:pt idx="31">
                <c:v>22.34</c:v>
              </c:pt>
              <c:pt idx="32">
                <c:v>22.48</c:v>
              </c:pt>
              <c:pt idx="33">
                <c:v>22.740000000000002</c:v>
              </c:pt>
              <c:pt idx="34">
                <c:v>22.82</c:v>
              </c:pt>
              <c:pt idx="35">
                <c:v>22.9</c:v>
              </c:pt>
              <c:pt idx="36">
                <c:v>23.14</c:v>
              </c:pt>
              <c:pt idx="37">
                <c:v>23.18</c:v>
              </c:pt>
              <c:pt idx="38">
                <c:v>23.4</c:v>
              </c:pt>
              <c:pt idx="39">
                <c:v>23.58</c:v>
              </c:pt>
              <c:pt idx="40">
                <c:v>23.700000000000003</c:v>
              </c:pt>
              <c:pt idx="41">
                <c:v>23.740000000000002</c:v>
              </c:pt>
              <c:pt idx="42">
                <c:v>23.96</c:v>
              </c:pt>
              <c:pt idx="43">
                <c:v>24.08</c:v>
              </c:pt>
              <c:pt idx="44">
                <c:v>24.18</c:v>
              </c:pt>
              <c:pt idx="45">
                <c:v>24.3</c:v>
              </c:pt>
              <c:pt idx="46">
                <c:v>24.46</c:v>
              </c:pt>
              <c:pt idx="47">
                <c:v>24.700000000000003</c:v>
              </c:pt>
              <c:pt idx="48">
                <c:v>24.740000000000002</c:v>
              </c:pt>
              <c:pt idx="49">
                <c:v>24.98</c:v>
              </c:pt>
              <c:pt idx="50">
                <c:v>25</c:v>
              </c:pt>
              <c:pt idx="51">
                <c:v>25.259999999999998</c:v>
              </c:pt>
              <c:pt idx="52">
                <c:v>25.36</c:v>
              </c:pt>
              <c:pt idx="53">
                <c:v>25.42</c:v>
              </c:pt>
              <c:pt idx="54">
                <c:v>25.68</c:v>
              </c:pt>
              <c:pt idx="55">
                <c:v>25.700000000000003</c:v>
              </c:pt>
              <c:pt idx="56">
                <c:v>25.96</c:v>
              </c:pt>
              <c:pt idx="57">
                <c:v>25.98</c:v>
              </c:pt>
              <c:pt idx="58">
                <c:v>26.240000000000002</c:v>
              </c:pt>
              <c:pt idx="59">
                <c:v>26.34</c:v>
              </c:pt>
              <c:pt idx="60">
                <c:v>26.4</c:v>
              </c:pt>
              <c:pt idx="61">
                <c:v>26.66</c:v>
              </c:pt>
              <c:pt idx="62">
                <c:v>26.68</c:v>
              </c:pt>
              <c:pt idx="63">
                <c:v>26.84</c:v>
              </c:pt>
              <c:pt idx="64">
                <c:v>27</c:v>
              </c:pt>
              <c:pt idx="65">
                <c:v>27.18</c:v>
              </c:pt>
              <c:pt idx="66">
                <c:v>27.26</c:v>
              </c:pt>
              <c:pt idx="67">
                <c:v>27.42</c:v>
              </c:pt>
              <c:pt idx="68">
                <c:v>27.64</c:v>
              </c:pt>
              <c:pt idx="69">
                <c:v>27.7</c:v>
              </c:pt>
              <c:pt idx="70">
                <c:v>27.86</c:v>
              </c:pt>
              <c:pt idx="71">
                <c:v>28</c:v>
              </c:pt>
              <c:pt idx="72">
                <c:v>28.12</c:v>
              </c:pt>
              <c:pt idx="73">
                <c:v>28.3</c:v>
              </c:pt>
              <c:pt idx="74">
                <c:v>28.48</c:v>
              </c:pt>
              <c:pt idx="75">
                <c:v>28.580000000000002</c:v>
              </c:pt>
              <c:pt idx="76">
                <c:v>28.64</c:v>
              </c:pt>
              <c:pt idx="77">
                <c:v>28.78</c:v>
              </c:pt>
              <c:pt idx="78">
                <c:v>29.04</c:v>
              </c:pt>
              <c:pt idx="79">
                <c:v>29.080000000000002</c:v>
              </c:pt>
              <c:pt idx="80">
                <c:v>29.240000000000002</c:v>
              </c:pt>
              <c:pt idx="81">
                <c:v>29.44</c:v>
              </c:pt>
              <c:pt idx="82">
                <c:v>29.48</c:v>
              </c:pt>
              <c:pt idx="83">
                <c:v>29.62</c:v>
              </c:pt>
              <c:pt idx="84">
                <c:v>29.84</c:v>
              </c:pt>
              <c:pt idx="85">
                <c:v>30</c:v>
              </c:pt>
              <c:pt idx="86">
                <c:v>30.14</c:v>
              </c:pt>
              <c:pt idx="87">
                <c:v>30.240000000000002</c:v>
              </c:pt>
              <c:pt idx="88">
                <c:v>30.32</c:v>
              </c:pt>
              <c:pt idx="89">
                <c:v>30.580000000000002</c:v>
              </c:pt>
              <c:pt idx="90">
                <c:v>30.6</c:v>
              </c:pt>
              <c:pt idx="91">
                <c:v>30.84</c:v>
              </c:pt>
              <c:pt idx="92">
                <c:v>30.900000000000002</c:v>
              </c:pt>
              <c:pt idx="93">
                <c:v>31.14</c:v>
              </c:pt>
              <c:pt idx="94">
                <c:v>31.2</c:v>
              </c:pt>
              <c:pt idx="95">
                <c:v>31.3</c:v>
              </c:pt>
              <c:pt idx="96">
                <c:v>31.48</c:v>
              </c:pt>
              <c:pt idx="97">
                <c:v>31.66</c:v>
              </c:pt>
              <c:pt idx="98">
                <c:v>31.84</c:v>
              </c:pt>
              <c:pt idx="99">
                <c:v>31.86</c:v>
              </c:pt>
              <c:pt idx="100">
                <c:v>32.120000000000005</c:v>
              </c:pt>
              <c:pt idx="101">
                <c:v>32.14</c:v>
              </c:pt>
              <c:pt idx="102">
                <c:v>32.32</c:v>
              </c:pt>
              <c:pt idx="103">
                <c:v>32.5</c:v>
              </c:pt>
              <c:pt idx="104">
                <c:v>32.659999999999997</c:v>
              </c:pt>
              <c:pt idx="105">
                <c:v>32.82</c:v>
              </c:pt>
              <c:pt idx="106">
                <c:v>32.86</c:v>
              </c:pt>
              <c:pt idx="107">
                <c:v>33.019999999999996</c:v>
              </c:pt>
              <c:pt idx="108">
                <c:v>33.120000000000005</c:v>
              </c:pt>
              <c:pt idx="109">
                <c:v>33.32</c:v>
              </c:pt>
              <c:pt idx="110">
                <c:v>33.42</c:v>
              </c:pt>
              <c:pt idx="111">
                <c:v>33.6</c:v>
              </c:pt>
              <c:pt idx="112">
                <c:v>33.760000000000005</c:v>
              </c:pt>
              <c:pt idx="113">
                <c:v>33.82</c:v>
              </c:pt>
              <c:pt idx="114">
                <c:v>33.96</c:v>
              </c:pt>
              <c:pt idx="115">
                <c:v>34.22</c:v>
              </c:pt>
              <c:pt idx="116">
                <c:v>34.36</c:v>
              </c:pt>
              <c:pt idx="117">
                <c:v>34.42</c:v>
              </c:pt>
              <c:pt idx="118">
                <c:v>34.58</c:v>
              </c:pt>
              <c:pt idx="119">
                <c:v>34.659999999999997</c:v>
              </c:pt>
              <c:pt idx="120">
                <c:v>34.900000000000006</c:v>
              </c:pt>
              <c:pt idx="121">
                <c:v>35.06</c:v>
              </c:pt>
              <c:pt idx="122">
                <c:v>35.120000000000005</c:v>
              </c:pt>
              <c:pt idx="123">
                <c:v>35.22</c:v>
              </c:pt>
              <c:pt idx="124">
                <c:v>35.379999999999995</c:v>
              </c:pt>
              <c:pt idx="125">
                <c:v>35.620000000000005</c:v>
              </c:pt>
              <c:pt idx="126">
                <c:v>35.659999999999997</c:v>
              </c:pt>
              <c:pt idx="127">
                <c:v>35.799999999999997</c:v>
              </c:pt>
              <c:pt idx="128">
                <c:v>36.019999999999996</c:v>
              </c:pt>
              <c:pt idx="129">
                <c:v>36.14</c:v>
              </c:pt>
              <c:pt idx="130">
                <c:v>36.200000000000003</c:v>
              </c:pt>
              <c:pt idx="131">
                <c:v>36.46</c:v>
              </c:pt>
              <c:pt idx="132">
                <c:v>36.5</c:v>
              </c:pt>
              <c:pt idx="133">
                <c:v>36.74</c:v>
              </c:pt>
              <c:pt idx="134">
                <c:v>36.879999999999995</c:v>
              </c:pt>
              <c:pt idx="135">
                <c:v>37.019999999999996</c:v>
              </c:pt>
              <c:pt idx="136">
                <c:v>37.08</c:v>
              </c:pt>
              <c:pt idx="137">
                <c:v>37.299999999999997</c:v>
              </c:pt>
              <c:pt idx="138">
                <c:v>37.400000000000006</c:v>
              </c:pt>
              <c:pt idx="139">
                <c:v>37.46</c:v>
              </c:pt>
              <c:pt idx="140">
                <c:v>37.64</c:v>
              </c:pt>
              <c:pt idx="141">
                <c:v>37.86</c:v>
              </c:pt>
              <c:pt idx="142">
                <c:v>37.900000000000006</c:v>
              </c:pt>
              <c:pt idx="143">
                <c:v>38.14</c:v>
              </c:pt>
              <c:pt idx="144">
                <c:v>38.260000000000005</c:v>
              </c:pt>
              <c:pt idx="145">
                <c:v>38.299999999999997</c:v>
              </c:pt>
              <c:pt idx="146">
                <c:v>38.56</c:v>
              </c:pt>
              <c:pt idx="147">
                <c:v>38.620000000000005</c:v>
              </c:pt>
              <c:pt idx="148">
                <c:v>38.78</c:v>
              </c:pt>
              <c:pt idx="149">
                <c:v>38.86</c:v>
              </c:pt>
              <c:pt idx="150">
                <c:v>39.06</c:v>
              </c:pt>
              <c:pt idx="151">
                <c:v>39.24</c:v>
              </c:pt>
              <c:pt idx="152">
                <c:v>39.299999999999997</c:v>
              </c:pt>
              <c:pt idx="153">
                <c:v>39.5</c:v>
              </c:pt>
              <c:pt idx="154">
                <c:v>39.56</c:v>
              </c:pt>
              <c:pt idx="155">
                <c:v>39.799999999999997</c:v>
              </c:pt>
              <c:pt idx="156">
                <c:v>39.96</c:v>
              </c:pt>
              <c:pt idx="157">
                <c:v>40</c:v>
              </c:pt>
              <c:pt idx="158">
                <c:v>40.120000000000005</c:v>
              </c:pt>
              <c:pt idx="159">
                <c:v>40.340000000000003</c:v>
              </c:pt>
              <c:pt idx="160">
                <c:v>40.42</c:v>
              </c:pt>
              <c:pt idx="161">
                <c:v>40.659999999999997</c:v>
              </c:pt>
              <c:pt idx="162">
                <c:v>40.799999999999997</c:v>
              </c:pt>
              <c:pt idx="163">
                <c:v>40.82</c:v>
              </c:pt>
              <c:pt idx="164">
                <c:v>40.96</c:v>
              </c:pt>
              <c:pt idx="165">
                <c:v>41.120000000000005</c:v>
              </c:pt>
              <c:pt idx="166">
                <c:v>41.32</c:v>
              </c:pt>
              <c:pt idx="167">
                <c:v>41.5</c:v>
              </c:pt>
              <c:pt idx="168">
                <c:v>41.6</c:v>
              </c:pt>
              <c:pt idx="169">
                <c:v>41.66</c:v>
              </c:pt>
              <c:pt idx="170">
                <c:v>41.82</c:v>
              </c:pt>
              <c:pt idx="171">
                <c:v>42.04</c:v>
              </c:pt>
              <c:pt idx="172">
                <c:v>42.08</c:v>
              </c:pt>
              <c:pt idx="173">
                <c:v>42.24</c:v>
              </c:pt>
              <c:pt idx="174">
                <c:v>42.36</c:v>
              </c:pt>
              <c:pt idx="175">
                <c:v>42.54</c:v>
              </c:pt>
              <c:pt idx="176">
                <c:v>42.64</c:v>
              </c:pt>
              <c:pt idx="177">
                <c:v>42.88</c:v>
              </c:pt>
              <c:pt idx="178">
                <c:v>42.92</c:v>
              </c:pt>
            </c:numLit>
          </c:xVal>
          <c:yVal>
            <c:numLit>
              <c:formatCode>General</c:formatCode>
              <c:ptCount val="179"/>
              <c:pt idx="0">
                <c:v>1.0277192341163754E-3</c:v>
              </c:pt>
              <c:pt idx="1">
                <c:v>9.9389767274260521E-4</c:v>
              </c:pt>
              <c:pt idx="2">
                <c:v>1.1835765326395631E-3</c:v>
              </c:pt>
              <c:pt idx="3">
                <c:v>9.7950978670269251E-4</c:v>
              </c:pt>
              <c:pt idx="4">
                <c:v>9.7474973881617188E-4</c:v>
              </c:pt>
              <c:pt idx="5">
                <c:v>9.6005696104839444E-4</c:v>
              </c:pt>
              <c:pt idx="6">
                <c:v>1.0296980617567897E-3</c:v>
              </c:pt>
              <c:pt idx="7">
                <c:v>5.4987692274153233E-3</c:v>
              </c:pt>
              <c:pt idx="8">
                <c:v>0.27797132730484009</c:v>
              </c:pt>
              <c:pt idx="9">
                <c:v>5.5063754320144653E-2</c:v>
              </c:pt>
              <c:pt idx="10">
                <c:v>9.7550125792622566E-4</c:v>
              </c:pt>
              <c:pt idx="11">
                <c:v>1.0968996211886406E-3</c:v>
              </c:pt>
              <c:pt idx="12">
                <c:v>1.0840381728485227E-3</c:v>
              </c:pt>
              <c:pt idx="13">
                <c:v>1.1790688149631023E-3</c:v>
              </c:pt>
              <c:pt idx="14">
                <c:v>6.985212117433548E-2</c:v>
              </c:pt>
              <c:pt idx="15">
                <c:v>7.9946212470531464E-2</c:v>
              </c:pt>
              <c:pt idx="16">
                <c:v>1.9593534525483847E-3</c:v>
              </c:pt>
              <c:pt idx="17">
                <c:v>1.5529016964137554E-3</c:v>
              </c:pt>
              <c:pt idx="18">
                <c:v>1.0057145263999701E-3</c:v>
              </c:pt>
              <c:pt idx="19">
                <c:v>9.6214300720021129E-4</c:v>
              </c:pt>
              <c:pt idx="20">
                <c:v>1.097507425583899E-3</c:v>
              </c:pt>
              <c:pt idx="21">
                <c:v>1.1568523477762938E-3</c:v>
              </c:pt>
              <c:pt idx="22">
                <c:v>1.2356580700725317E-3</c:v>
              </c:pt>
              <c:pt idx="23">
                <c:v>8.5886605083942413E-2</c:v>
              </c:pt>
              <c:pt idx="24">
                <c:v>7.890724390745163E-2</c:v>
              </c:pt>
              <c:pt idx="25">
                <c:v>0.13584384322166443</c:v>
              </c:pt>
              <c:pt idx="26">
                <c:v>0.25437143445014954</c:v>
              </c:pt>
              <c:pt idx="27">
                <c:v>1.2110685929656029E-3</c:v>
              </c:pt>
              <c:pt idx="28">
                <c:v>1.0715092066675425E-3</c:v>
              </c:pt>
              <c:pt idx="29">
                <c:v>1.2995266588404775E-3</c:v>
              </c:pt>
              <c:pt idx="30">
                <c:v>1.0674522491171956E-3</c:v>
              </c:pt>
              <c:pt idx="31">
                <c:v>1.4942300040274858E-3</c:v>
              </c:pt>
              <c:pt idx="32">
                <c:v>1.1871521128341556E-3</c:v>
              </c:pt>
              <c:pt idx="33">
                <c:v>4.7357520088553429E-3</c:v>
              </c:pt>
              <c:pt idx="34">
                <c:v>3.6077957600355148E-2</c:v>
              </c:pt>
              <c:pt idx="35">
                <c:v>2.5104084052145481E-3</c:v>
              </c:pt>
              <c:pt idx="36">
                <c:v>1.0683363070711493E-3</c:v>
              </c:pt>
              <c:pt idx="37">
                <c:v>1.2281496310606599E-3</c:v>
              </c:pt>
              <c:pt idx="38">
                <c:v>1.448371447622776E-3</c:v>
              </c:pt>
              <c:pt idx="39">
                <c:v>3.3102754503488541E-2</c:v>
              </c:pt>
              <c:pt idx="40">
                <c:v>0.55949491262435913</c:v>
              </c:pt>
              <c:pt idx="41">
                <c:v>0.34607371687889099</c:v>
              </c:pt>
              <c:pt idx="42">
                <c:v>1.1607039486989379E-3</c:v>
              </c:pt>
              <c:pt idx="43">
                <c:v>1.188211957924068E-3</c:v>
              </c:pt>
              <c:pt idx="44">
                <c:v>1.2506484054028988E-3</c:v>
              </c:pt>
              <c:pt idx="45">
                <c:v>1.3732410734519362E-3</c:v>
              </c:pt>
              <c:pt idx="46">
                <c:v>1.1667158687487245E-3</c:v>
              </c:pt>
              <c:pt idx="47">
                <c:v>0.17750592529773712</c:v>
              </c:pt>
              <c:pt idx="48">
                <c:v>0.26949739456176758</c:v>
              </c:pt>
              <c:pt idx="49">
                <c:v>0.1524343341588974</c:v>
              </c:pt>
              <c:pt idx="50">
                <c:v>0.20331226289272308</c:v>
              </c:pt>
              <c:pt idx="51">
                <c:v>1.0657969396561384E-3</c:v>
              </c:pt>
              <c:pt idx="52">
                <c:v>1.2535761343315244E-3</c:v>
              </c:pt>
              <c:pt idx="53">
                <c:v>1.5560109168291092E-3</c:v>
              </c:pt>
              <c:pt idx="54">
                <c:v>0.81190329790115356</c:v>
              </c:pt>
              <c:pt idx="55">
                <c:v>0.62047964334487915</c:v>
              </c:pt>
              <c:pt idx="56">
                <c:v>1.0934555903077126E-2</c:v>
              </c:pt>
              <c:pt idx="57">
                <c:v>1.2033190578222275E-2</c:v>
              </c:pt>
              <c:pt idx="58">
                <c:v>1.6099063213914633E-3</c:v>
              </c:pt>
              <c:pt idx="59">
                <c:v>1.4337912434712052E-3</c:v>
              </c:pt>
              <c:pt idx="60">
                <c:v>1.2920029694214463E-3</c:v>
              </c:pt>
              <c:pt idx="61">
                <c:v>0.13130354881286621</c:v>
              </c:pt>
              <c:pt idx="62">
                <c:v>0.12166572362184525</c:v>
              </c:pt>
              <c:pt idx="63">
                <c:v>0.11547715216875076</c:v>
              </c:pt>
              <c:pt idx="64">
                <c:v>1.5085206832736731E-3</c:v>
              </c:pt>
              <c:pt idx="65">
                <c:v>1.5339520759880543E-3</c:v>
              </c:pt>
              <c:pt idx="66">
                <c:v>1.3604946434497833E-3</c:v>
              </c:pt>
              <c:pt idx="67">
                <c:v>1.5385720180347562E-3</c:v>
              </c:pt>
              <c:pt idx="68">
                <c:v>1.0698611149564385E-3</c:v>
              </c:pt>
              <c:pt idx="69">
                <c:v>1.7062453553080559E-3</c:v>
              </c:pt>
              <c:pt idx="70">
                <c:v>1.7689197557047009E-3</c:v>
              </c:pt>
              <c:pt idx="71">
                <c:v>1.4357644831761718E-3</c:v>
              </c:pt>
              <c:pt idx="72">
                <c:v>1.6557077178731561E-3</c:v>
              </c:pt>
              <c:pt idx="73">
                <c:v>1.5266553964465857E-3</c:v>
              </c:pt>
              <c:pt idx="74">
                <c:v>1.7423905432224274E-2</c:v>
              </c:pt>
              <c:pt idx="75">
                <c:v>1</c:v>
              </c:pt>
              <c:pt idx="76">
                <c:v>0.25050914287567139</c:v>
              </c:pt>
              <c:pt idx="77">
                <c:v>1.4956861268728971E-3</c:v>
              </c:pt>
              <c:pt idx="78">
                <c:v>1.5038546407595277E-3</c:v>
              </c:pt>
              <c:pt idx="79">
                <c:v>1.3731959043070674E-3</c:v>
              </c:pt>
              <c:pt idx="80">
                <c:v>1.5858730766922235E-3</c:v>
              </c:pt>
              <c:pt idx="81">
                <c:v>0.28470465540885925</c:v>
              </c:pt>
              <c:pt idx="82">
                <c:v>0.1827465295791626</c:v>
              </c:pt>
              <c:pt idx="83">
                <c:v>5.9809289872646332E-2</c:v>
              </c:pt>
              <c:pt idx="84">
                <c:v>1.3044882798567414E-3</c:v>
              </c:pt>
              <c:pt idx="85">
                <c:v>1.4925857540220022E-3</c:v>
              </c:pt>
              <c:pt idx="86">
                <c:v>1.4327879762277007E-3</c:v>
              </c:pt>
              <c:pt idx="87">
                <c:v>1.2911511585116386E-3</c:v>
              </c:pt>
              <c:pt idx="88">
                <c:v>1.5116194263100624E-3</c:v>
              </c:pt>
              <c:pt idx="89">
                <c:v>2.9470996931195259E-2</c:v>
              </c:pt>
              <c:pt idx="90">
                <c:v>2.9353419318795204E-2</c:v>
              </c:pt>
              <c:pt idx="91">
                <c:v>1.5767390141263604E-3</c:v>
              </c:pt>
              <c:pt idx="92">
                <c:v>1.5105269849300385E-3</c:v>
              </c:pt>
              <c:pt idx="93">
                <c:v>4.8051740974187851E-2</c:v>
              </c:pt>
              <c:pt idx="94">
                <c:v>0.14883795380592346</c:v>
              </c:pt>
              <c:pt idx="95">
                <c:v>7.7248498797416687E-2</c:v>
              </c:pt>
              <c:pt idx="96">
                <c:v>5.9074605815112591E-3</c:v>
              </c:pt>
              <c:pt idx="97">
                <c:v>1.5807590680196881E-3</c:v>
              </c:pt>
              <c:pt idx="98">
                <c:v>0.3049657940864563</c:v>
              </c:pt>
              <c:pt idx="99">
                <c:v>0.28298130631446838</c:v>
              </c:pt>
              <c:pt idx="100">
                <c:v>4.9236293882131577E-2</c:v>
              </c:pt>
              <c:pt idx="101">
                <c:v>4.736081138253212E-2</c:v>
              </c:pt>
              <c:pt idx="102">
                <c:v>1.5371883055195212E-3</c:v>
              </c:pt>
              <c:pt idx="103">
                <c:v>1.4830438885837793E-3</c:v>
              </c:pt>
              <c:pt idx="104">
                <c:v>8.827575296163559E-2</c:v>
              </c:pt>
              <c:pt idx="105">
                <c:v>0.11783480644226074</c:v>
              </c:pt>
              <c:pt idx="106">
                <c:v>0.22765709459781647</c:v>
              </c:pt>
              <c:pt idx="107">
                <c:v>1.7323424108326435E-3</c:v>
              </c:pt>
              <c:pt idx="108">
                <c:v>1.4591999351978302E-3</c:v>
              </c:pt>
              <c:pt idx="109">
                <c:v>1.8392318161204457E-3</c:v>
              </c:pt>
              <c:pt idx="110">
                <c:v>1.9248186144977808E-3</c:v>
              </c:pt>
              <c:pt idx="111">
                <c:v>3.4008582588285208E-3</c:v>
              </c:pt>
              <c:pt idx="112">
                <c:v>3.4644730389118195E-2</c:v>
              </c:pt>
              <c:pt idx="113">
                <c:v>7.752878125756979E-3</c:v>
              </c:pt>
              <c:pt idx="114">
                <c:v>1.9312062067911029E-3</c:v>
              </c:pt>
              <c:pt idx="115">
                <c:v>3.0672159045934677E-3</c:v>
              </c:pt>
              <c:pt idx="116">
                <c:v>1.290128193795681E-2</c:v>
              </c:pt>
              <c:pt idx="117">
                <c:v>6.2774024903774261E-2</c:v>
              </c:pt>
              <c:pt idx="118">
                <c:v>0.12881486117839813</c:v>
              </c:pt>
              <c:pt idx="119">
                <c:v>1.6592042520642281E-2</c:v>
              </c:pt>
              <c:pt idx="120">
                <c:v>2.1527097560465336E-3</c:v>
              </c:pt>
              <c:pt idx="121">
                <c:v>3.7205707281827927E-2</c:v>
              </c:pt>
              <c:pt idx="122">
                <c:v>9.7967192530632019E-2</c:v>
              </c:pt>
              <c:pt idx="123">
                <c:v>2.3492200300097466E-2</c:v>
              </c:pt>
              <c:pt idx="124">
                <c:v>1.3485073577612638E-3</c:v>
              </c:pt>
              <c:pt idx="125">
                <c:v>1.7142078140750527E-3</c:v>
              </c:pt>
              <c:pt idx="126">
                <c:v>2.0111312624067068E-3</c:v>
              </c:pt>
              <c:pt idx="127">
                <c:v>1.8131172982975841E-3</c:v>
              </c:pt>
              <c:pt idx="128">
                <c:v>1.7968560568988323E-3</c:v>
              </c:pt>
              <c:pt idx="129">
                <c:v>2.4574035778641701E-2</c:v>
              </c:pt>
              <c:pt idx="130">
                <c:v>6.3103260472416878E-3</c:v>
              </c:pt>
              <c:pt idx="131">
                <c:v>0.11058630049228668</c:v>
              </c:pt>
              <c:pt idx="132">
                <c:v>0.15647345781326294</c:v>
              </c:pt>
              <c:pt idx="133">
                <c:v>1.8260836368426681E-3</c:v>
              </c:pt>
              <c:pt idx="134">
                <c:v>1.6218579839915037E-3</c:v>
              </c:pt>
              <c:pt idx="135">
                <c:v>2.0826018881052732E-3</c:v>
              </c:pt>
              <c:pt idx="136">
                <c:v>1.9730878993868828E-3</c:v>
              </c:pt>
              <c:pt idx="137">
                <c:v>6.7946668714284897E-3</c:v>
              </c:pt>
              <c:pt idx="138">
                <c:v>0.12248261272907257</c:v>
              </c:pt>
              <c:pt idx="139">
                <c:v>9.5687247812747955E-2</c:v>
              </c:pt>
              <c:pt idx="140">
                <c:v>1.8064712639898062E-3</c:v>
              </c:pt>
              <c:pt idx="141">
                <c:v>1.3099178671836853E-2</c:v>
              </c:pt>
              <c:pt idx="142">
                <c:v>2.8588470071554184E-2</c:v>
              </c:pt>
              <c:pt idx="143">
                <c:v>2.2309280466288328E-3</c:v>
              </c:pt>
              <c:pt idx="144">
                <c:v>0.10195300728082657</c:v>
              </c:pt>
              <c:pt idx="145">
                <c:v>4.5226119458675385E-2</c:v>
              </c:pt>
              <c:pt idx="146">
                <c:v>2.6211824268102646E-2</c:v>
              </c:pt>
              <c:pt idx="147">
                <c:v>7.8547939658164978E-2</c:v>
              </c:pt>
              <c:pt idx="148">
                <c:v>3.2783582806587219E-2</c:v>
              </c:pt>
              <c:pt idx="149">
                <c:v>3.9553437381982803E-3</c:v>
              </c:pt>
              <c:pt idx="150">
                <c:v>1.9856786821037531E-3</c:v>
              </c:pt>
              <c:pt idx="151">
                <c:v>2.0013947505503893E-3</c:v>
              </c:pt>
              <c:pt idx="152">
                <c:v>1.9648447632789612E-3</c:v>
              </c:pt>
              <c:pt idx="153">
                <c:v>1.0189776308834553E-2</c:v>
              </c:pt>
              <c:pt idx="154">
                <c:v>6.1347777955234051E-3</c:v>
              </c:pt>
              <c:pt idx="155">
                <c:v>1.6512832371518016E-3</c:v>
              </c:pt>
              <c:pt idx="156">
                <c:v>9.2700853943824768E-2</c:v>
              </c:pt>
              <c:pt idx="157">
                <c:v>0.25325396656990051</c:v>
              </c:pt>
              <c:pt idx="158">
                <c:v>2.4662248324602842E-3</c:v>
              </c:pt>
              <c:pt idx="159">
                <c:v>2.1665692329406738E-3</c:v>
              </c:pt>
              <c:pt idx="160">
                <c:v>1.8311532912775874E-3</c:v>
              </c:pt>
              <c:pt idx="161">
                <c:v>7.9195462167263031E-2</c:v>
              </c:pt>
              <c:pt idx="162">
                <c:v>0.20077323913574219</c:v>
              </c:pt>
              <c:pt idx="163">
                <c:v>0.18552342057228088</c:v>
              </c:pt>
              <c:pt idx="164">
                <c:v>2.032899996265769E-3</c:v>
              </c:pt>
              <c:pt idx="165">
                <c:v>2.0132586359977722E-3</c:v>
              </c:pt>
              <c:pt idx="166">
                <c:v>1.8140019383281469E-3</c:v>
              </c:pt>
              <c:pt idx="167">
                <c:v>8.0524561926722527E-3</c:v>
              </c:pt>
              <c:pt idx="168">
                <c:v>5.5925119668245316E-2</c:v>
              </c:pt>
              <c:pt idx="169">
                <c:v>9.6249561756849289E-3</c:v>
              </c:pt>
              <c:pt idx="170">
                <c:v>1.6051311977207661E-3</c:v>
              </c:pt>
              <c:pt idx="171">
                <c:v>1.1884072795510292E-2</c:v>
              </c:pt>
              <c:pt idx="172">
                <c:v>6.9917989894747734E-3</c:v>
              </c:pt>
              <c:pt idx="173">
                <c:v>1.2304824776947498E-2</c:v>
              </c:pt>
              <c:pt idx="174">
                <c:v>4.3598716147243977E-3</c:v>
              </c:pt>
              <c:pt idx="175">
                <c:v>1.945208408869803E-3</c:v>
              </c:pt>
              <c:pt idx="176">
                <c:v>2.0801553037017584E-3</c:v>
              </c:pt>
              <c:pt idx="177">
                <c:v>4.811256006360054E-2</c:v>
              </c:pt>
              <c:pt idx="178">
                <c:v>2.3866074159741402E-2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6B02-4B9C-8188-EC32C9685B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08"/>
          <c:min val="0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57384"/>
                </a:solidFill>
              </a:defRPr>
            </a:pPr>
            <a:endParaRPr lang="zh-CN"/>
          </a:p>
        </c:txPr>
        <c:crossAx val="48650112"/>
        <c:crosses val="autoZero"/>
        <c:crossBetween val="midCat"/>
        <c:majorUnit val="0.25"/>
      </c:valAx>
      <c:valAx>
        <c:axId val="48650112"/>
        <c:scaling>
          <c:orientation val="minMax"/>
          <c:max val="43"/>
          <c:min val="18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9525">
            <a:solidFill>
              <a:srgbClr val="D9E0E8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57384"/>
                </a:solidFill>
              </a:defRPr>
            </a:pPr>
            <a:endParaRPr lang="zh-CN"/>
          </a:p>
        </c:txPr>
        <c:crossAx val="48672768"/>
        <c:crosses val="autoZero"/>
        <c:crossBetween val="midCat"/>
        <c:majorUnit val="5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Baseline</c:v>
          </c:tx>
          <c:spPr>
            <a:solidFill>
              <a:srgbClr val="CDD2D7"/>
            </a:solidFill>
            <a:ln w="4763">
              <a:solidFill>
                <a:srgbClr val="BFC4C9"/>
              </a:solidFill>
              <a:prstDash val="solid"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69727C"/>
                        </a:solidFill>
                      </a:rPr>
                      <a:t>0.639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F842-4B87-A046-57CFB7FE99A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69727C"/>
                        </a:solidFill>
                      </a:rPr>
                      <a:t>0.655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842-4B87-A046-57CFB7FE99A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69727C"/>
                        </a:solidFill>
                      </a:rPr>
                      <a:t>0.658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F842-4B87-A046-57CFB7FE99A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69727C"/>
                        </a:solidFill>
                      </a:rPr>
                      <a:t>0.652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842-4B87-A046-57CFB7FE99A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69727C"/>
                        </a:solidFill>
                      </a:rPr>
                      <a:t>0.650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842-4B87-A046-57CFB7FE99A4}"/>
                </c:ext>
              </c:extLst>
            </c:dLbl>
            <c:spPr>
              <a:noFill/>
              <a:ln>
                <a:noFill/>
              </a:ln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Repeat 1</c:v>
              </c:pt>
              <c:pt idx="1">
                <c:v>Repeat 2</c:v>
              </c:pt>
              <c:pt idx="2">
                <c:v>Repeat 3</c:v>
              </c:pt>
              <c:pt idx="3">
                <c:v>Repeat 4</c:v>
              </c:pt>
              <c:pt idx="4">
                <c:v>Repeat 5</c:v>
              </c:pt>
            </c:strLit>
          </c:cat>
          <c:val>
            <c:numLit>
              <c:formatCode>0.0</c:formatCode>
              <c:ptCount val="5"/>
              <c:pt idx="0">
                <c:v>0.63900000000000001</c:v>
              </c:pt>
              <c:pt idx="1">
                <c:v>0.65529999999999999</c:v>
              </c:pt>
              <c:pt idx="2">
                <c:v>0.65769999999999995</c:v>
              </c:pt>
              <c:pt idx="3">
                <c:v>0.65169999999999995</c:v>
              </c:pt>
              <c:pt idx="4">
                <c:v>0.65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4763">
                    <a:solidFill>
                      <a:srgbClr val="BFC4C9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F842-4B87-A046-57CFB7FE99A4}"/>
            </c:ext>
          </c:extLst>
        </c:ser>
        <c:ser>
          <c:idx val="1"/>
          <c:order val="1"/>
          <c:tx>
            <c:v>Consistency training</c:v>
          </c:tx>
          <c:spPr>
            <a:solidFill>
              <a:srgbClr val="0B5EAA"/>
            </a:solidFill>
            <a:ln w="4763">
              <a:solidFill>
                <a:srgbClr val="084B87"/>
              </a:solidFill>
              <a:prstDash val="solid"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0B5EAA"/>
                        </a:solidFill>
                      </a:rPr>
                      <a:t>0.694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F842-4B87-A046-57CFB7FE99A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0B5EAA"/>
                        </a:solidFill>
                      </a:rPr>
                      <a:t>0.717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F842-4B87-A046-57CFB7FE99A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0B5EAA"/>
                        </a:solidFill>
                      </a:rPr>
                      <a:t>0.708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F842-4B87-A046-57CFB7FE99A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0B5EAA"/>
                        </a:solidFill>
                      </a:rPr>
                      <a:t>0.697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F842-4B87-A046-57CFB7FE99A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0B5EAA"/>
                        </a:solidFill>
                      </a:rPr>
                      <a:t>0.712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F842-4B87-A046-57CFB7FE99A4}"/>
                </c:ext>
              </c:extLst>
            </c:dLbl>
            <c:spPr>
              <a:noFill/>
              <a:ln>
                <a:noFill/>
              </a:ln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Repeat 1</c:v>
              </c:pt>
              <c:pt idx="1">
                <c:v>Repeat 2</c:v>
              </c:pt>
              <c:pt idx="2">
                <c:v>Repeat 3</c:v>
              </c:pt>
              <c:pt idx="3">
                <c:v>Repeat 4</c:v>
              </c:pt>
              <c:pt idx="4">
                <c:v>Repeat 5</c:v>
              </c:pt>
            </c:strLit>
          </c:cat>
          <c:val>
            <c:numLit>
              <c:formatCode>0.0</c:formatCode>
              <c:ptCount val="5"/>
              <c:pt idx="0">
                <c:v>0.69389999999999996</c:v>
              </c:pt>
              <c:pt idx="1">
                <c:v>0.7167</c:v>
              </c:pt>
              <c:pt idx="2">
                <c:v>0.70750000000000002</c:v>
              </c:pt>
              <c:pt idx="3">
                <c:v>0.69669999999999999</c:v>
              </c:pt>
              <c:pt idx="4">
                <c:v>0.71179999999999999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4763">
                    <a:solidFill>
                      <a:srgbClr val="084B87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B-F842-4B87-A046-57CFB7FE99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AAB4BF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4D5D6E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8"/>
          <c:min val="0"/>
        </c:scaling>
        <c:delete val="0"/>
        <c:axPos val="l"/>
        <c:majorGridlines>
          <c:spPr>
            <a:ln w="9525">
              <a:solidFill>
                <a:srgbClr val="EEF1F4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1275">
                    <a:solidFill>
                      <a:srgbClr val="4D5D6E"/>
                    </a:solidFill>
                  </a:rPr>
                  <a:t>Macro-F1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AAB4BF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718091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0.2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350">
              <a:solidFill>
                <a:srgbClr val="536273"/>
              </a:solidFill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Baseline</c:v>
          </c:tx>
          <c:spPr>
            <a:solidFill>
              <a:srgbClr val="B9C0C7"/>
            </a:solidFill>
            <a:ln w="5715">
              <a:solidFill>
                <a:srgbClr val="9FA8B2"/>
              </a:solidFill>
              <a:prstDash val="solid"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 sz="1350" b="1">
                        <a:solidFill>
                          <a:srgbClr val="4F5B66"/>
                        </a:solidFill>
                      </a:rPr>
                      <a:t>0.285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A811-4C7B-A81C-D2163F02C4D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 sz="1350" b="1">
                        <a:solidFill>
                          <a:srgbClr val="4F5B66"/>
                        </a:solidFill>
                      </a:rPr>
                      <a:t>0.303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A811-4C7B-A81C-D2163F02C4D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 sz="1350" b="1">
                        <a:solidFill>
                          <a:srgbClr val="4F5B66"/>
                        </a:solidFill>
                      </a:rPr>
                      <a:t>0.355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A811-4C7B-A81C-D2163F02C4D0}"/>
                </c:ext>
              </c:extLst>
            </c:dLbl>
            <c:spPr>
              <a:noFill/>
              <a:ln>
                <a:noFill/>
              </a:ln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1 pattern per system
(7 total)</c:v>
              </c:pt>
              <c:pt idx="1">
                <c:v>2 patterns per system
(14 total)</c:v>
              </c:pt>
              <c:pt idx="2">
                <c:v>5 patterns per system
(35 total)</c:v>
              </c:pt>
            </c:strLit>
          </c:cat>
          <c:val>
            <c:numLit>
              <c:formatCode>0.0</c:formatCode>
              <c:ptCount val="3"/>
              <c:pt idx="0">
                <c:v>0.28471897957814901</c:v>
              </c:pt>
              <c:pt idx="1">
                <c:v>0.30261508164347889</c:v>
              </c:pt>
              <c:pt idx="2">
                <c:v>0.35546430676138274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5715">
                    <a:solidFill>
                      <a:srgbClr val="9FA8B2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A811-4C7B-A81C-D2163F02C4D0}"/>
            </c:ext>
          </c:extLst>
        </c:ser>
        <c:ser>
          <c:idx val="1"/>
          <c:order val="1"/>
          <c:tx>
            <c:v>Consistency training</c:v>
          </c:tx>
          <c:spPr>
            <a:solidFill>
              <a:srgbClr val="0B5EAA"/>
            </a:solidFill>
            <a:ln w="5715">
              <a:solidFill>
                <a:srgbClr val="084B87"/>
              </a:solidFill>
              <a:prstDash val="solid"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 sz="1350" b="1">
                        <a:solidFill>
                          <a:srgbClr val="07579D"/>
                        </a:solidFill>
                      </a:rPr>
                      <a:t>0.328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A811-4C7B-A81C-D2163F02C4D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 sz="1350" b="1">
                        <a:solidFill>
                          <a:srgbClr val="07579D"/>
                        </a:solidFill>
                      </a:rPr>
                      <a:t>0.349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A811-4C7B-A81C-D2163F02C4D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 sz="1350" b="1">
                        <a:solidFill>
                          <a:srgbClr val="07579D"/>
                        </a:solidFill>
                      </a:rPr>
                      <a:t>0.410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A811-4C7B-A81C-D2163F02C4D0}"/>
                </c:ext>
              </c:extLst>
            </c:dLbl>
            <c:spPr>
              <a:noFill/>
              <a:ln>
                <a:noFill/>
              </a:ln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1 pattern per system
(7 total)</c:v>
              </c:pt>
              <c:pt idx="1">
                <c:v>2 patterns per system
(14 total)</c:v>
              </c:pt>
              <c:pt idx="2">
                <c:v>5 patterns per system
(35 total)</c:v>
              </c:pt>
            </c:strLit>
          </c:cat>
          <c:val>
            <c:numLit>
              <c:formatCode>0.0</c:formatCode>
              <c:ptCount val="3"/>
              <c:pt idx="0">
                <c:v>0.32803964208999092</c:v>
              </c:pt>
              <c:pt idx="1">
                <c:v>0.34864110935912712</c:v>
              </c:pt>
              <c:pt idx="2">
                <c:v>0.40993113162853434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5715">
                    <a:solidFill>
                      <a:srgbClr val="084B87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A811-4C7B-A81C-D2163F02C4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9EABB8"/>
            </a:solidFill>
            <a:prstDash val="solid"/>
          </a:ln>
        </c:spPr>
        <c:txPr>
          <a:bodyPr anchorCtr="1"/>
          <a:lstStyle/>
          <a:p>
            <a:pPr>
              <a:defRPr sz="1425">
                <a:solidFill>
                  <a:srgbClr val="34495E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w="9525">
              <a:solidFill>
                <a:srgbClr val="E9EEF2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1425">
                    <a:solidFill>
                      <a:srgbClr val="34495E"/>
                    </a:solidFill>
                  </a:rPr>
                  <a:t>Macro-F1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9EABB8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536779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0.1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500">
              <a:solidFill>
                <a:srgbClr val="34495E"/>
              </a:solidFill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Baseline</c:v>
          </c:tx>
          <c:spPr>
            <a:solidFill>
              <a:srgbClr val="CDD2D7"/>
            </a:solidFill>
            <a:ln w="4763">
              <a:solidFill>
                <a:srgbClr val="BFC4C9"/>
              </a:solidFill>
              <a:prstDash val="solid"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69727C"/>
                        </a:solidFill>
                      </a:rPr>
                      <a:t>0.207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4C99-4F29-A212-EDF492B3AAC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69727C"/>
                        </a:solidFill>
                      </a:rPr>
                      <a:t>0.147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C99-4F29-A212-EDF492B3AAC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69727C"/>
                        </a:solidFill>
                      </a:rPr>
                      <a:t>0.184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C99-4F29-A212-EDF492B3AAC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69727C"/>
                        </a:solidFill>
                      </a:rPr>
                      <a:t>0.215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C99-4F29-A212-EDF492B3AAC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69727C"/>
                        </a:solidFill>
                      </a:rPr>
                      <a:t>0.189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C99-4F29-A212-EDF492B3AAC1}"/>
                </c:ext>
              </c:extLst>
            </c:dLbl>
            <c:spPr>
              <a:noFill/>
              <a:ln>
                <a:noFill/>
              </a:ln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Repeat 1</c:v>
              </c:pt>
              <c:pt idx="1">
                <c:v>Repeat 2</c:v>
              </c:pt>
              <c:pt idx="2">
                <c:v>Repeat 3</c:v>
              </c:pt>
              <c:pt idx="3">
                <c:v>Repeat 4</c:v>
              </c:pt>
              <c:pt idx="4">
                <c:v>Repeat 5</c:v>
              </c:pt>
            </c:strLit>
          </c:cat>
          <c:val>
            <c:numLit>
              <c:formatCode>0.0</c:formatCode>
              <c:ptCount val="5"/>
              <c:pt idx="0">
                <c:v>0.20669999999999999</c:v>
              </c:pt>
              <c:pt idx="1">
                <c:v>0.1469</c:v>
              </c:pt>
              <c:pt idx="2">
                <c:v>0.1842</c:v>
              </c:pt>
              <c:pt idx="3">
                <c:v>0.21490000000000001</c:v>
              </c:pt>
              <c:pt idx="4">
                <c:v>0.18920000000000001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4763">
                    <a:solidFill>
                      <a:srgbClr val="BFC4C9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4C99-4F29-A212-EDF492B3AAC1}"/>
            </c:ext>
          </c:extLst>
        </c:ser>
        <c:ser>
          <c:idx val="1"/>
          <c:order val="1"/>
          <c:tx>
            <c:v>Consistency training</c:v>
          </c:tx>
          <c:spPr>
            <a:solidFill>
              <a:srgbClr val="0B5EAA"/>
            </a:solidFill>
            <a:ln w="4763">
              <a:solidFill>
                <a:srgbClr val="084B87"/>
              </a:solidFill>
              <a:prstDash val="solid"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0B5EAA"/>
                        </a:solidFill>
                      </a:rPr>
                      <a:t>0.221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4C99-4F29-A212-EDF492B3AAC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0B5EAA"/>
                        </a:solidFill>
                      </a:rPr>
                      <a:t>0.176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4C99-4F29-A212-EDF492B3AAC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0B5EAA"/>
                        </a:solidFill>
                      </a:rPr>
                      <a:t>0.197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4C99-4F29-A212-EDF492B3AAC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0B5EAA"/>
                        </a:solidFill>
                      </a:rPr>
                      <a:t>0.230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4C99-4F29-A212-EDF492B3AAC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0B5EAA"/>
                        </a:solidFill>
                      </a:rPr>
                      <a:t>0.212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4C99-4F29-A212-EDF492B3AAC1}"/>
                </c:ext>
              </c:extLst>
            </c:dLbl>
            <c:spPr>
              <a:noFill/>
              <a:ln>
                <a:noFill/>
              </a:ln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Repeat 1</c:v>
              </c:pt>
              <c:pt idx="1">
                <c:v>Repeat 2</c:v>
              </c:pt>
              <c:pt idx="2">
                <c:v>Repeat 3</c:v>
              </c:pt>
              <c:pt idx="3">
                <c:v>Repeat 4</c:v>
              </c:pt>
              <c:pt idx="4">
                <c:v>Repeat 5</c:v>
              </c:pt>
            </c:strLit>
          </c:cat>
          <c:val>
            <c:numLit>
              <c:formatCode>0.0</c:formatCode>
              <c:ptCount val="5"/>
              <c:pt idx="0">
                <c:v>0.22120000000000001</c:v>
              </c:pt>
              <c:pt idx="1">
                <c:v>0.17560000000000001</c:v>
              </c:pt>
              <c:pt idx="2">
                <c:v>0.1971</c:v>
              </c:pt>
              <c:pt idx="3">
                <c:v>0.22950000000000001</c:v>
              </c:pt>
              <c:pt idx="4">
                <c:v>0.21199999999999999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4763">
                    <a:solidFill>
                      <a:srgbClr val="084B87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B-4C99-4F29-A212-EDF492B3AA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AAB4BF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4D5D6E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3"/>
          <c:min val="0"/>
        </c:scaling>
        <c:delete val="0"/>
        <c:axPos val="l"/>
        <c:majorGridlines>
          <c:spPr>
            <a:ln w="9525">
              <a:solidFill>
                <a:srgbClr val="EEF1F4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1275">
                    <a:solidFill>
                      <a:srgbClr val="4D5D6E"/>
                    </a:solidFill>
                  </a:rPr>
                  <a:t>Macro-F1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AAB4BF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718091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0.1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350">
              <a:solidFill>
                <a:srgbClr val="536273"/>
              </a:solidFill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左右曲线取自同一 mp-10448 母结构的基准谱与项目已缓存噪声扰动谱，仅作为开篇认知钩子。</a:t>
            </a:r>
          </a:p>
          <a:p>
            <a:endParaRPr/>
          </a:p>
          <a:p>
            <a:r>
              <a:t>[Sources]</a:t>
            </a:r>
          </a:p>
          <a:p>
            <a:r>
              <a:t>- E:/AI4science/xrd_robustness/outputs/public_simulated_test/panel_cache/seed_20260721/level0.npy</a:t>
            </a:r>
          </a:p>
          <a:p>
            <a:r>
              <a:t>- E:/AI4science/xrd_robustness/outputs/public_simulated_test/panel_cache/seed_20260721/ood_noise.npy</a:t>
            </a:r>
          </a:p>
          <a:p>
            <a:r>
              <a:t>- E:/AI4science/xrd_robustness/outputs/public_simulated_test/panel_cache/index.json</a:t>
            </a:r>
          </a:p>
          <a:p>
            <a:r>
              <a:t>- E:\AI4science\xrd_robustness\data\formal_14060\manifests\v9_method_transfer_test_seed_20260721.csv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讲述提示：前人已经会随机采样峰移、展宽、背景、噪声和择优取向等变化，以扩大训练谱覆盖的实验情况。本页只交代这条已有路线；下一页再说明本工作的新增关系约束。</a:t>
            </a:r>
          </a:p>
          <a:p>
            <a:endParaRPr/>
          </a:p>
          <a:p>
            <a:r>
              <a:t>[Sources]</a:t>
            </a:r>
          </a:p>
          <a:p>
            <a:r>
              <a:t>- https://doi.org/10.1038/s41524-019-0196-x</a:t>
            </a:r>
          </a:p>
          <a:p>
            <a:r>
              <a:t>- https://doi.org/10.1021/acs.chemmater.1c01071</a:t>
            </a:r>
          </a:p>
          <a:p>
            <a:r>
              <a:t>- https://doi.org/10.1002/aisy.202300140</a:t>
            </a:r>
          </a:p>
          <a:p>
            <a:r>
              <a:t>- https://doi.org/10.1039/D3DD00071K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讲述提示：前人随机生成很多训练谱后，通常把它们作为独立样本。本工作进一步利用生成过程里已经知道的同源关系：若两条谱来自同一晶体结构，模型对晶系的两次判断就应保持一致。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本页回答三个问题：使用多少独立晶体结构、模拟哪些测量扰动、训练谱如何生成。</a:t>
            </a:r>
          </a:p>
          <a:p>
            <a:r>
              <a:t>训练时，从同一晶体结构的理想峰表出发，在每个优化步在线采样两组测量条件并即时生成两条扰动谱；随机性由结构、训练轮次、训练步和视图编号共同控制，因此可复现。</a:t>
            </a:r>
          </a:p>
          <a:p>
            <a:r>
              <a:t>验证和测试时冻结每个样本的扰动参数与随机种子，确保不同模型在完全相同的固定谱上比较。</a:t>
            </a:r>
          </a:p>
          <a:p>
            <a:endParaRPr/>
          </a:p>
          <a:p>
            <a:r>
              <a:t>[Sources]</a:t>
            </a:r>
          </a:p>
          <a:p>
            <a:r>
              <a:t>- E:/AI4science/xrd_robustness/configs/experiment.public.json</a:t>
            </a:r>
          </a:p>
          <a:p>
            <a:r>
              <a:t>- E:/AI4science/xrd_robustness/configs/data.method_transfer.structure_split.json</a:t>
            </a:r>
          </a:p>
          <a:p>
            <a:r>
              <a:t>- E:/AI4science/xrd_robustness/data/formal_14060/manifests/split_manifest.json</a:t>
            </a:r>
          </a:p>
          <a:p>
            <a:r>
              <a:t>- E:/AI4science/xrd_robustness/configs/simulation.method_transfer.frozen.json</a:t>
            </a:r>
          </a:p>
          <a:p>
            <a:r>
              <a:t>- E:/AI4science/xrd_robustness/src/xrd_robustness/training/runner.py</a:t>
            </a:r>
          </a:p>
          <a:p>
            <a:r>
              <a:t>- E:/AI4science/xrd_robustness/src/xrd_robustness/online_views.py</a:t>
            </a:r>
          </a:p>
          <a:p>
            <a:r>
              <a:t>- E:/AI4science/xrd_robustness/src/xrd_robustness/view_manifest.py</a:t>
            </a:r>
          </a:p>
          <a:p>
            <a:r>
              <a:t>- E:/AI4science/xrd_robustness/scripts/run_simulated_test.py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本页只展示冻结模拟扰动 Test 的 Macro-F1。</a:t>
            </a:r>
          </a:p>
          <a:p>
            <a:r>
              <a:t>重复训练 5 次：数据、模型和训练设置相同，每次只改变随机初始化等随机因素。</a:t>
            </a:r>
          </a:p>
          <a:p>
            <a:r>
              <a:t>5 次重复训练中，一致性训练均优于基线。</a:t>
            </a:r>
          </a:p>
          <a:p>
            <a:r>
              <a:t>重复 1: 0.6390 → 0.6939 (+5.48 pp)</a:t>
            </a:r>
          </a:p>
          <a:p>
            <a:r>
              <a:t>重复 2: 0.6553 → 0.7167 (+6.14 pp)</a:t>
            </a:r>
          </a:p>
          <a:p>
            <a:r>
              <a:t>重复 3: 0.6577 → 0.7075 (+4.99 pp)</a:t>
            </a:r>
          </a:p>
          <a:p>
            <a:r>
              <a:t>重复 4: 0.6517 → 0.6967 (+4.51 pp)</a:t>
            </a:r>
          </a:p>
          <a:p>
            <a:r>
              <a:t>重复 5: 0.6500 → 0.7118 (+6.18 pp)</a:t>
            </a:r>
          </a:p>
          <a:p>
            <a:r>
              <a:t>平均: 0.6507 → 0.7053 (+5.46 pp)</a:t>
            </a:r>
          </a:p>
          <a:p>
            <a:r>
              <a:t>[Sources]</a:t>
            </a:r>
          </a:p>
          <a:p>
            <a:r>
              <a:t>- E:/AI4science/xrd_robustness/reports/simulated_test_results.json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本页核心结论：RRUFF-301 真实谱少样本适配中，仅用 7 条真实谱适配仍提升 +4.33 pp。</a:t>
            </a:r>
          </a:p>
          <a:p>
            <a:r>
              <a:t>RRUFF-301 包含 301 个唯一 RRUFF 实测样本，每个样本对应一条规范化 PXRD 谱；301 不代表 301 种不同矿物。</a:t>
            </a:r>
          </a:p>
          <a:p>
            <a:r>
              <a:t>数据覆盖 7 个晶系，每类 43 条：10 条进入 adaptation pool，33 条进入 locked test。</a:t>
            </a:r>
          </a:p>
          <a:p>
            <a:r>
              <a:t>K=1/2/5 是 labels per class；每个 episode 的支持集因此共有 7/14/35 条真实标注谱。</a:t>
            </a:r>
          </a:p>
          <a:p>
            <a:r>
              <a:t>图中数值为 5 个 pretraining seeds × 5 个 episode seeds 共 25 组配对运行的平均 Macro-F1。</a:t>
            </a:r>
          </a:p>
          <a:p>
            <a:r>
              <a:t>K=1: 0.2847 → 0.3280 (+4.33 pp)</a:t>
            </a:r>
          </a:p>
          <a:p>
            <a:r>
              <a:t>K=2: 0.3026 → 0.3486 (+4.60 pp)</a:t>
            </a:r>
          </a:p>
          <a:p>
            <a:r>
              <a:t>K=5: 0.3555 → 0.4099 (+5.45 pp)</a:t>
            </a:r>
          </a:p>
          <a:p>
            <a:r>
              <a:t>该证据为 retrospectively verified locked-test few-shot 结果，不表述为 provenance-complete prospective confirmatory run。</a:t>
            </a:r>
          </a:p>
          <a:p>
            <a:r>
              <a:t>[Sources]</a:t>
            </a:r>
          </a:p>
          <a:p>
            <a:r>
              <a:t>- E:/AI4science/xrd_robustness/reports/rruff301_fewshot_results.json</a:t>
            </a:r>
          </a:p>
          <a:p>
            <a:r>
              <a:t>- E:/AI4science/xrd_robustness/data/real_xrd/rruff371/contracts/dataset_contract.json</a:t>
            </a:r>
          </a:p>
          <a:p>
            <a:r>
              <a:t>- E:/AI4science/xrd_robustness/data/real_xrd/rruff371/splits/rruff301_manifest.json</a:t>
            </a:r>
          </a:p>
          <a:p>
            <a:r>
              <a:t>- E:/AI4science/xrd_robustness/data/real_xrd/rruff371/manifests/rruff371_master_manifest.csv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本页核心结论：模型不使用任何 CNRS 标注数据再训练，直接在 CNRS-318 独立真实实验谱上测试，5 次重复结果全部提升。</a:t>
            </a:r>
          </a:p>
          <a:p>
            <a:r>
              <a:t>重复 1：0.2067 → 0.2212（+1.45 pp）</a:t>
            </a:r>
          </a:p>
          <a:p>
            <a:r>
              <a:t>重复 2：0.1469 → 0.1756（+2.87 pp）</a:t>
            </a:r>
          </a:p>
          <a:p>
            <a:r>
              <a:t>重复 3：0.1842 → 0.1971（+1.29 pp）</a:t>
            </a:r>
          </a:p>
          <a:p>
            <a:r>
              <a:t>重复 4：0.2149 → 0.2295（+1.46 pp）</a:t>
            </a:r>
          </a:p>
          <a:p>
            <a:r>
              <a:t>重复 5：0.1892 → 0.2120（+2.28 pp）</a:t>
            </a:r>
          </a:p>
          <a:p>
            <a:r>
              <a:t>平均：0.1884 → 0.2071（+1.87 pp）</a:t>
            </a:r>
          </a:p>
          <a:p>
            <a:r>
              <a:t>绝对性能仍较低，因此将该结果解释为独立真实谱来源上的直接迁移证据。</a:t>
            </a:r>
          </a:p>
          <a:p>
            <a:r>
              <a:t>[Sources]</a:t>
            </a:r>
          </a:p>
          <a:p>
            <a:r>
              <a:t>- User-provided CNRS-318 five-repeat Macro-F1 values in the current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本页回答三个问题：使用多少独立晶体结构、模拟哪些测量扰动、训练谱如何生成。</a:t>
            </a:r>
          </a:p>
          <a:p>
            <a:r>
              <a:t>训练时，从同一晶体结构的理想峰表出发，在每个优化步在线采样两组测量条件并即时生成两条扰动谱；随机性由结构、训练轮次、训练步和视图编号共同控制，因此可复现。</a:t>
            </a:r>
          </a:p>
          <a:p>
            <a:r>
              <a:t>验证和测试时冻结每个样本的扰动参数与随机种子，确保不同模型在完全相同的固定谱上比较。</a:t>
            </a:r>
          </a:p>
          <a:p>
            <a:endParaRPr/>
          </a:p>
          <a:p>
            <a:r>
              <a:t>[Sources]</a:t>
            </a:r>
          </a:p>
          <a:p>
            <a:r>
              <a:t>- E:/AI4science/xrd_robustness/configs/experiment.public.json</a:t>
            </a:r>
          </a:p>
          <a:p>
            <a:r>
              <a:t>- E:/AI4science/xrd_robustness/configs/data.method_transfer.structure_split.json</a:t>
            </a:r>
          </a:p>
          <a:p>
            <a:r>
              <a:t>- E:/AI4science/xrd_robustness/data/formal_14060/manifests/split_manifest.json</a:t>
            </a:r>
          </a:p>
          <a:p>
            <a:r>
              <a:t>- E:/AI4science/xrd_robustness/configs/simulation.method_transfer.frozen.json</a:t>
            </a:r>
          </a:p>
          <a:p>
            <a:r>
              <a:t>- E:/AI4science/xrd_robustness/src/xrd_robustness/training/runner.py</a:t>
            </a:r>
          </a:p>
          <a:p>
            <a:r>
              <a:t>- E:/AI4science/xrd_robustness/src/xrd_robustness/online_views.py</a:t>
            </a:r>
          </a:p>
          <a:p>
            <a:r>
              <a:t>- E:/AI4science/xrd_robustness/src/xrd_robustness/view_manifest.py</a:t>
            </a:r>
          </a:p>
          <a:p>
            <a:r>
              <a:t>- E:/AI4science/xrd_robustness/scripts/run_simulated_test.py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FA6074FA-D5E2-45DA-8033-50B489A4C1B3}"/>
              </a:ext>
            </a:extLst>
          </p:cNvPr>
          <p:cNvSpPr>
            <a:spLocks noGrp="1"/>
          </p:cNvSpPr>
          <p:nvPr/>
        </p:nvSpPr>
        <p:spPr>
          <a:xfrm>
            <a:off x="419100" y="533400"/>
            <a:ext cx="11353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40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Research task: identify crystal systems from XRD patterns</a:t>
            </a:r>
            <a:endParaRPr sz="4050" b="1">
              <a:solidFill>
                <a:srgbClr val="143A6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9B24050D-8808-4A51-8DB3-D8025446C74E}"/>
              </a:ext>
            </a:extLst>
          </p:cNvPr>
          <p:cNvSpPr>
            <a:spLocks noGrp="1"/>
          </p:cNvSpPr>
          <p:nvPr/>
        </p:nvSpPr>
        <p:spPr>
          <a:xfrm>
            <a:off x="1695450" y="1504950"/>
            <a:ext cx="8801100" cy="0"/>
          </a:xfrm>
          <a:prstGeom prst="line">
            <a:avLst/>
          </a:prstGeom>
          <a:noFill/>
          <a:ln w="11430">
            <a:solidFill>
              <a:srgbClr val="D9E0E8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0F3BB7-3331-42E7-8227-002855004489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285F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85F97"/>
                </a:solidFill>
                <a:latin typeface="Microsoft YaHei"/>
                <a:ea typeface="Microsoft YaHei"/>
                <a:cs typeface="Microsoft YaHei"/>
              </a:rPr>
              <a:t>XRD pattern</a:t>
            </a:r>
            <a:endParaRPr sz="1650" b="1">
              <a:solidFill>
                <a:srgbClr val="285F9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06AF60-2A62-43BE-A128-1B3BDA291F1A}"/>
              </a:ext>
            </a:extLst>
          </p:cNvPr>
          <p:cNvSpPr>
            <a:spLocks noGrp="1"/>
          </p:cNvSpPr>
          <p:nvPr/>
        </p:nvSpPr>
        <p:spPr>
          <a:xfrm>
            <a:off x="7848600" y="3286125"/>
            <a:ext cx="3581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E77A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One of seven crystal systems</a:t>
            </a:r>
            <a:endParaRPr sz="1650" b="1">
              <a:solidFill>
                <a:srgbClr val="E77A25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24" name="Chart"/>
          <p:cNvGraphicFramePr/>
          <p:nvPr/>
        </p:nvGraphicFramePr>
        <p:xfrm>
          <a:off x="628650" y="2400300"/>
          <a:ext cx="5067300" cy="255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44E777A6-3A78-4395-ABC2-5B436E520DE1}"/>
              </a:ext>
            </a:extLst>
          </p:cNvPr>
          <p:cNvSpPr>
            <a:spLocks noGrp="1"/>
          </p:cNvSpPr>
          <p:nvPr/>
        </p:nvSpPr>
        <p:spPr>
          <a:xfrm>
            <a:off x="7848600" y="2476500"/>
            <a:ext cx="3581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buNone/>
              <a:defRPr sz="25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Crystal-system identification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93744B-00DE-43FF-8434-64214C7B6678}"/>
              </a:ext>
            </a:extLst>
          </p:cNvPr>
          <p:cNvSpPr>
            <a:spLocks noGrp="1"/>
          </p:cNvSpPr>
          <p:nvPr/>
        </p:nvSpPr>
        <p:spPr>
          <a:xfrm>
            <a:off x="723900" y="6229350"/>
            <a:ext cx="10744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Interim research update</a:t>
            </a:r>
          </a:p>
        </p:txBody>
      </p:sp>
      <p:sp>
        <p:nvSpPr>
          <p:cNvPr id="16" name="p1-crystal-system-list">
            <a:extLst>
              <a:ext uri="{FF2B5EF4-FFF2-40B4-BE49-F238E27FC236}">
                <a16:creationId xmlns:a16="http://schemas.microsoft.com/office/drawing/2014/main" id="{AA9F6CF5-5CA8-4C63-B265-57222ADFDF0D}"/>
              </a:ext>
            </a:extLst>
          </p:cNvPr>
          <p:cNvSpPr>
            <a:spLocks noGrp="1"/>
          </p:cNvSpPr>
          <p:nvPr/>
        </p:nvSpPr>
        <p:spPr>
          <a:xfrm>
            <a:off x="7658100" y="3848100"/>
            <a:ext cx="3962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500" b="0">
                <a:solidFill>
                  <a:srgbClr val="273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7384A"/>
                </a:solidFill>
                <a:latin typeface="Microsoft YaHei"/>
                <a:ea typeface="Microsoft YaHei"/>
                <a:cs typeface="Microsoft YaHei"/>
              </a:rPr>
              <a:t>Cubic  ·  Tetragonal  ·  Orthorhombic  ·  Hexagonal</a:t>
            </a:r>
          </a:p>
          <a:p>
            <a:pPr algn="ctr">
              <a:buNone/>
              <a:defRPr sz="1500" b="0">
                <a:solidFill>
                  <a:srgbClr val="273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7384A"/>
                </a:solidFill>
                <a:latin typeface="Microsoft YaHei"/>
                <a:ea typeface="Microsoft YaHei"/>
                <a:cs typeface="Microsoft YaHei"/>
              </a:rPr>
              <a:t>Trigonal  ·  Monoclinic  ·  Triclinic</a:t>
            </a:r>
          </a:p>
        </p:txBody>
      </p:sp>
      <p:sp>
        <p:nvSpPr>
          <p:cNvPr id="18" name="p1-direct-task-arrow">
            <a:extLst>
              <a:ext uri="{FF2B5EF4-FFF2-40B4-BE49-F238E27FC236}">
                <a16:creationId xmlns:a16="http://schemas.microsoft.com/office/drawing/2014/main" id="{5CC7C941-D1C3-44A7-BEC5-B62ED736989D}"/>
              </a:ext>
            </a:extLst>
          </p:cNvPr>
          <p:cNvSpPr>
            <a:spLocks noGrp="1"/>
          </p:cNvSpPr>
          <p:nvPr/>
        </p:nvSpPr>
        <p:spPr>
          <a:xfrm>
            <a:off x="5810250" y="3105150"/>
            <a:ext cx="14287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4350" b="1">
                <a:solidFill>
                  <a:srgbClr val="285F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85F9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85479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D59EDE0-BB35-5F3F-0903-5F15BE740DF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597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5E25356-5BC7-DB75-6151-BF5B54A6891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08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2-title">
            <a:extLst>
              <a:ext uri="{FF2B5EF4-FFF2-40B4-BE49-F238E27FC236}">
                <a16:creationId xmlns:a16="http://schemas.microsoft.com/office/drawing/2014/main" id="{084E7B1E-153C-4034-B7C5-26F3ECE7CFC8}"/>
              </a:ext>
            </a:extLst>
          </p:cNvPr>
          <p:cNvSpPr>
            <a:spLocks noGrp="1"/>
          </p:cNvSpPr>
          <p:nvPr/>
        </p:nvSpPr>
        <p:spPr>
          <a:xfrm>
            <a:off x="552450" y="247650"/>
            <a:ext cx="10439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r>
              <a:rPr sz="1900" b="1">
                <a:solidFill>
                  <a:srgbClr val="173A63"/>
                </a:solidFill>
              </a:rPr>
              <a:t>Prior work: randomize measurement perturbations to generate diverse training patterns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32DCBF-EAAC-4D92-BE5C-6A8ED94605A2}"/>
              </a:ext>
            </a:extLst>
          </p:cNvPr>
          <p:cNvSpPr>
            <a:spLocks noGrp="1"/>
          </p:cNvSpPr>
          <p:nvPr/>
        </p:nvSpPr>
        <p:spPr>
          <a:xfrm>
            <a:off x="11201400" y="3810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6000"/>
              </a:lnSpc>
              <a:buNone/>
              <a:defRPr sz="105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CD765D29-2DBD-4BC6-99C4-208077BDDAAB}"/>
              </a:ext>
            </a:extLst>
          </p:cNvPr>
          <p:cNvSpPr>
            <a:spLocks noGrp="1"/>
          </p:cNvSpPr>
          <p:nvPr/>
        </p:nvSpPr>
        <p:spPr>
          <a:xfrm>
            <a:off x="552450" y="1333500"/>
            <a:ext cx="11106150" cy="0"/>
          </a:xfrm>
          <a:prstGeom prst="line">
            <a:avLst/>
          </a:prstGeom>
          <a:noFill/>
          <a:ln w="14288">
            <a:solidFill>
              <a:srgbClr val="143A63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F92313-8932-4A63-A4EB-6ED122AE0159}"/>
              </a:ext>
            </a:extLst>
          </p:cNvPr>
          <p:cNvSpPr>
            <a:spLocks noGrp="1"/>
          </p:cNvSpPr>
          <p:nvPr/>
        </p:nvSpPr>
        <p:spPr>
          <a:xfrm>
            <a:off x="514350" y="2505075"/>
            <a:ext cx="133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575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Crystal structure</a:t>
            </a:r>
            <a:endParaRPr sz="2400" b="1">
              <a:solidFill>
                <a:srgbClr val="143A6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9E3651-30E8-4C57-9875-B0049DA27364}"/>
              </a:ext>
            </a:extLst>
          </p:cNvPr>
          <p:cNvSpPr>
            <a:spLocks noGrp="1"/>
          </p:cNvSpPr>
          <p:nvPr/>
        </p:nvSpPr>
        <p:spPr>
          <a:xfrm>
            <a:off x="2152650" y="1981201"/>
            <a:ext cx="2057400" cy="4571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r>
              <a:rPr sz="1500" b="1">
                <a:solidFill>
                  <a:srgbClr val="173A63"/>
                </a:solidFill>
              </a:rPr>
              <a:t>Calculate XRD pattern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C23EB2-5C75-4560-9AD4-13FE9B7A96EC}"/>
              </a:ext>
            </a:extLst>
          </p:cNvPr>
          <p:cNvSpPr>
            <a:spLocks noGrp="1"/>
          </p:cNvSpPr>
          <p:nvPr/>
        </p:nvSpPr>
        <p:spPr>
          <a:xfrm>
            <a:off x="4610100" y="2276475"/>
            <a:ext cx="2114550" cy="990600"/>
          </a:xfrm>
          <a:prstGeom prst="rect">
            <a:avLst/>
          </a:prstGeom>
          <a:solidFill>
            <a:srgbClr val="FFF3E8"/>
          </a:solidFill>
          <a:ln w="17145">
            <a:solidFill>
              <a:srgbClr val="E77A25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buNone/>
              <a:defRPr sz="1575" b="1">
                <a:solidFill>
                  <a:srgbClr val="2A8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77A25"/>
                </a:solidFill>
                <a:latin typeface="Microsoft YaHei"/>
                <a:ea typeface="Microsoft YaHei"/>
                <a:cs typeface="Microsoft YaHei"/>
              </a:rPr>
              <a:t>Randomly sample</a:t>
            </a:r>
            <a:endParaRPr sz="2400" b="1">
              <a:solidFill>
                <a:schemeClr val="accent2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buNone/>
              <a:defRPr sz="1575" b="1">
                <a:solidFill>
                  <a:srgbClr val="2A8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77A25"/>
                </a:solidFill>
                <a:latin typeface="Microsoft YaHei"/>
                <a:ea typeface="Microsoft YaHei"/>
                <a:cs typeface="Microsoft YaHei"/>
              </a:rPr>
              <a:t>perturbation parameters</a:t>
            </a:r>
            <a:endParaRPr sz="2400" b="1">
              <a:solidFill>
                <a:schemeClr val="accent2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42" name="Chart"/>
          <p:cNvGraphicFramePr/>
          <p:nvPr/>
        </p:nvGraphicFramePr>
        <p:xfrm>
          <a:off x="8248650" y="2019300"/>
          <a:ext cx="3314700" cy="781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3" name="Chart"/>
          <p:cNvGraphicFramePr/>
          <p:nvPr/>
        </p:nvGraphicFramePr>
        <p:xfrm>
          <a:off x="8248650" y="2924175"/>
          <a:ext cx="3314700" cy="781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4" name="Chart"/>
          <p:cNvGraphicFramePr/>
          <p:nvPr/>
        </p:nvGraphicFramePr>
        <p:xfrm>
          <a:off x="8248650" y="3829050"/>
          <a:ext cx="3314700" cy="819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092DEF5B-5240-4FD1-A803-E672953C93C9}"/>
              </a:ext>
            </a:extLst>
          </p:cNvPr>
          <p:cNvSpPr>
            <a:spLocks noGrp="1"/>
          </p:cNvSpPr>
          <p:nvPr/>
        </p:nvSpPr>
        <p:spPr>
          <a:xfrm>
            <a:off x="1428750" y="501015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buNone/>
              <a:defRPr sz="150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But patterns generated from the same source are usually still treated as independent training samples.</a:t>
            </a:r>
          </a:p>
        </p:txBody>
      </p:sp>
      <p:sp>
        <p:nvSpPr>
          <p:cNvPr id="17" name="p2-prior-work-subtitle">
            <a:extLst>
              <a:ext uri="{FF2B5EF4-FFF2-40B4-BE49-F238E27FC236}">
                <a16:creationId xmlns:a16="http://schemas.microsoft.com/office/drawing/2014/main" id="{5F3D7E0B-1D9D-4C65-B3EB-486A2DD9ACFE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0915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Prior work samples parameters for peak shift, broadening, background / noise, and preferred orientation to generate diverse training patterns.</a:t>
            </a:r>
          </a:p>
        </p:txBody>
      </p:sp>
      <p:sp>
        <p:nvSpPr>
          <p:cNvPr id="18" name="p2-arrow-1">
            <a:extLst>
              <a:ext uri="{FF2B5EF4-FFF2-40B4-BE49-F238E27FC236}">
                <a16:creationId xmlns:a16="http://schemas.microsoft.com/office/drawing/2014/main" id="{7855468B-339B-41FE-BF6D-8F3BEEB173CC}"/>
              </a:ext>
            </a:extLst>
          </p:cNvPr>
          <p:cNvSpPr>
            <a:spLocks noGrp="1"/>
          </p:cNvSpPr>
          <p:nvPr/>
        </p:nvSpPr>
        <p:spPr>
          <a:xfrm>
            <a:off x="1828800" y="2438400"/>
            <a:ext cx="323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285F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85F9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p2-arrow-2">
            <a:extLst>
              <a:ext uri="{FF2B5EF4-FFF2-40B4-BE49-F238E27FC236}">
                <a16:creationId xmlns:a16="http://schemas.microsoft.com/office/drawing/2014/main" id="{9012763D-F2DB-483A-A9CD-E36813515FE1}"/>
              </a:ext>
            </a:extLst>
          </p:cNvPr>
          <p:cNvSpPr>
            <a:spLocks noGrp="1"/>
          </p:cNvSpPr>
          <p:nvPr/>
        </p:nvSpPr>
        <p:spPr>
          <a:xfrm>
            <a:off x="4210050" y="2438400"/>
            <a:ext cx="361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285F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85F9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p2-arrow-3">
            <a:extLst>
              <a:ext uri="{FF2B5EF4-FFF2-40B4-BE49-F238E27FC236}">
                <a16:creationId xmlns:a16="http://schemas.microsoft.com/office/drawing/2014/main" id="{8F952782-DF03-49DD-B9B6-E96A392D3B01}"/>
              </a:ext>
            </a:extLst>
          </p:cNvPr>
          <p:cNvSpPr>
            <a:spLocks noGrp="1"/>
          </p:cNvSpPr>
          <p:nvPr/>
        </p:nvSpPr>
        <p:spPr>
          <a:xfrm>
            <a:off x="6762750" y="2438400"/>
            <a:ext cx="5524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E77A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E77A2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p2-perturbation-examples">
            <a:extLst>
              <a:ext uri="{FF2B5EF4-FFF2-40B4-BE49-F238E27FC236}">
                <a16:creationId xmlns:a16="http://schemas.microsoft.com/office/drawing/2014/main" id="{29D69193-AAF8-4D64-884B-8EE0F7ACD5D0}"/>
              </a:ext>
            </a:extLst>
          </p:cNvPr>
          <p:cNvSpPr>
            <a:spLocks noGrp="1"/>
          </p:cNvSpPr>
          <p:nvPr/>
        </p:nvSpPr>
        <p:spPr>
          <a:xfrm>
            <a:off x="4229100" y="3519678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r>
              <a:rPr sz="950" b="0">
                <a:solidFill>
                  <a:srgbClr val="627387"/>
                </a:solidFill>
              </a:rPr>
              <a:t>Peak shift; broadening; background / noise</a:t>
            </a:r>
          </a:p>
          <a:p>
            <a:r>
              <a:rPr sz="950" b="0">
                <a:solidFill>
                  <a:srgbClr val="627387"/>
                </a:solidFill>
              </a:rPr>
              <a:t>Preferred orientation</a:t>
            </a:r>
          </a:p>
        </p:txBody>
      </p:sp>
      <p:sp>
        <p:nvSpPr>
          <p:cNvPr id="22" name="p2-output-heading">
            <a:extLst>
              <a:ext uri="{FF2B5EF4-FFF2-40B4-BE49-F238E27FC236}">
                <a16:creationId xmlns:a16="http://schemas.microsoft.com/office/drawing/2014/main" id="{AA19F4EB-117F-4D95-8FDE-7F4D4AF683BA}"/>
              </a:ext>
            </a:extLst>
          </p:cNvPr>
          <p:cNvSpPr>
            <a:spLocks noGrp="1"/>
          </p:cNvSpPr>
          <p:nvPr/>
        </p:nvSpPr>
        <p:spPr>
          <a:xfrm>
            <a:off x="7658100" y="1600200"/>
            <a:ext cx="3790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875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Generate diverse training patterns</a:t>
            </a:r>
          </a:p>
        </p:txBody>
      </p:sp>
      <p:sp>
        <p:nvSpPr>
          <p:cNvPr id="23" name="p2-扰动谱 A">
            <a:extLst>
              <a:ext uri="{FF2B5EF4-FFF2-40B4-BE49-F238E27FC236}">
                <a16:creationId xmlns:a16="http://schemas.microsoft.com/office/drawing/2014/main" id="{9D67D819-6A87-4841-80D3-54AB1B4FCCB1}"/>
              </a:ext>
            </a:extLst>
          </p:cNvPr>
          <p:cNvSpPr>
            <a:spLocks noGrp="1"/>
          </p:cNvSpPr>
          <p:nvPr/>
        </p:nvSpPr>
        <p:spPr>
          <a:xfrm>
            <a:off x="7353300" y="2162175"/>
            <a:ext cx="819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buNone/>
              <a:defRPr sz="1275" b="1">
                <a:solidFill>
                  <a:srgbClr val="273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7384A"/>
                </a:solidFill>
                <a:latin typeface="Microsoft YaHei"/>
                <a:ea typeface="Microsoft YaHei"/>
                <a:cs typeface="Microsoft YaHei"/>
              </a:rPr>
              <a:t>Training pattern A</a:t>
            </a:r>
          </a:p>
        </p:txBody>
      </p:sp>
      <p:sp>
        <p:nvSpPr>
          <p:cNvPr id="24" name="p2-扰动谱 B">
            <a:extLst>
              <a:ext uri="{FF2B5EF4-FFF2-40B4-BE49-F238E27FC236}">
                <a16:creationId xmlns:a16="http://schemas.microsoft.com/office/drawing/2014/main" id="{F9554E98-83D3-405D-9BB7-66F0E27F6539}"/>
              </a:ext>
            </a:extLst>
          </p:cNvPr>
          <p:cNvSpPr>
            <a:spLocks noGrp="1"/>
          </p:cNvSpPr>
          <p:nvPr/>
        </p:nvSpPr>
        <p:spPr>
          <a:xfrm>
            <a:off x="7353300" y="3067050"/>
            <a:ext cx="819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buNone/>
              <a:defRPr sz="1275" b="1">
                <a:solidFill>
                  <a:srgbClr val="273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7384A"/>
                </a:solidFill>
                <a:latin typeface="Microsoft YaHei"/>
                <a:ea typeface="Microsoft YaHei"/>
                <a:cs typeface="Microsoft YaHei"/>
              </a:rPr>
              <a:t>Training pattern B</a:t>
            </a:r>
          </a:p>
        </p:txBody>
      </p:sp>
      <p:sp>
        <p:nvSpPr>
          <p:cNvPr id="25" name="p2-扰动谱 C">
            <a:extLst>
              <a:ext uri="{FF2B5EF4-FFF2-40B4-BE49-F238E27FC236}">
                <a16:creationId xmlns:a16="http://schemas.microsoft.com/office/drawing/2014/main" id="{285FC4A1-20FD-4F18-AE60-3592E78DAE59}"/>
              </a:ext>
            </a:extLst>
          </p:cNvPr>
          <p:cNvSpPr>
            <a:spLocks noGrp="1"/>
          </p:cNvSpPr>
          <p:nvPr/>
        </p:nvSpPr>
        <p:spPr>
          <a:xfrm>
            <a:off x="7353300" y="3971925"/>
            <a:ext cx="819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buNone/>
              <a:defRPr sz="1275" b="1">
                <a:solidFill>
                  <a:srgbClr val="273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7384A"/>
                </a:solidFill>
                <a:latin typeface="Microsoft YaHei"/>
                <a:ea typeface="Microsoft YaHei"/>
                <a:cs typeface="Microsoft YaHei"/>
              </a:rPr>
              <a:t>Training pattern C</a:t>
            </a:r>
          </a:p>
        </p:txBody>
      </p:sp>
      <p:sp>
        <p:nvSpPr>
          <p:cNvPr id="26" name="p2-literature-line">
            <a:extLst>
              <a:ext uri="{FF2B5EF4-FFF2-40B4-BE49-F238E27FC236}">
                <a16:creationId xmlns:a16="http://schemas.microsoft.com/office/drawing/2014/main" id="{076D94EF-8B63-43CF-B9A4-638B5A28294C}"/>
              </a:ext>
            </a:extLst>
          </p:cNvPr>
          <p:cNvSpPr>
            <a:spLocks noGrp="1"/>
          </p:cNvSpPr>
          <p:nvPr/>
        </p:nvSpPr>
        <p:spPr>
          <a:xfrm>
            <a:off x="552450" y="5810250"/>
            <a:ext cx="11087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38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Selected studies: Oviedo et al. (2019); Szymanski et al. (2021); Lee et al. (2023); Schopmans et al. (2023)</a:t>
            </a:r>
          </a:p>
        </p:txBody>
      </p:sp>
      <p:graphicFrame>
        <p:nvGraphicFramePr>
          <p:cNvPr id="56" name="Chart"/>
          <p:cNvGraphicFramePr/>
          <p:nvPr/>
        </p:nvGraphicFramePr>
        <p:xfrm>
          <a:off x="2181225" y="2476500"/>
          <a:ext cx="2000250" cy="53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1" name="p2-baseline-note">
            <a:extLst>
              <a:ext uri="{FF2B5EF4-FFF2-40B4-BE49-F238E27FC236}">
                <a16:creationId xmlns:a16="http://schemas.microsoft.com/office/drawing/2014/main" id="{E6A471A9-5A25-4F93-857E-2F1E07019C62}"/>
              </a:ext>
            </a:extLst>
          </p:cNvPr>
          <p:cNvSpPr>
            <a:spLocks noGrp="1"/>
          </p:cNvSpPr>
          <p:nvPr/>
        </p:nvSpPr>
        <p:spPr>
          <a:xfrm>
            <a:off x="2152650" y="3338657"/>
            <a:ext cx="2057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088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Without measurement perturbations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3F81FD-4E06-32A3-B762-048AA6B84D11}"/>
              </a:ext>
            </a:extLst>
          </p:cNvPr>
          <p:cNvSpPr>
            <a:spLocks noGrp="1"/>
          </p:cNvSpPr>
          <p:nvPr/>
        </p:nvSpPr>
        <p:spPr>
          <a:xfrm>
            <a:off x="2488622" y="3016250"/>
            <a:ext cx="138545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73A63"/>
                </a:solidFill>
              </a:rPr>
              <a:t>Baseline pattern</a:t>
            </a:r>
          </a:p>
        </p:txBody>
      </p:sp>
    </p:spTree>
    <p:extLst>
      <p:ext uri="{BB962C8B-B14F-4D97-AF65-F5344CB8AC3E}">
        <p14:creationId xmlns:p14="http://schemas.microsoft.com/office/powerpoint/2010/main" val="1827447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3-title">
            <a:extLst>
              <a:ext uri="{FF2B5EF4-FFF2-40B4-BE49-F238E27FC236}">
                <a16:creationId xmlns:a16="http://schemas.microsoft.com/office/drawing/2014/main" id="{E66F9135-EE15-46C3-B910-D13049971133}"/>
              </a:ext>
            </a:extLst>
          </p:cNvPr>
          <p:cNvSpPr>
            <a:spLocks noGrp="1"/>
          </p:cNvSpPr>
          <p:nvPr/>
        </p:nvSpPr>
        <p:spPr>
          <a:xfrm>
            <a:off x="552450" y="247650"/>
            <a:ext cx="10515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r>
              <a:rPr sz="1900" b="1">
                <a:solidFill>
                  <a:srgbClr val="173A63"/>
                </a:solidFill>
              </a:rPr>
              <a:t>Our improvement: the predictions for the same structure should agree under different perturbations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EB46124-6364-4B03-BF32-3C3A6B2D4685}"/>
              </a:ext>
            </a:extLst>
          </p:cNvPr>
          <p:cNvSpPr>
            <a:spLocks noGrp="1"/>
          </p:cNvSpPr>
          <p:nvPr/>
        </p:nvSpPr>
        <p:spPr>
          <a:xfrm>
            <a:off x="11201400" y="3810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6000"/>
              </a:lnSpc>
              <a:buNone/>
              <a:defRPr sz="105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03 / 08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DDD19A42-2640-4B4D-B7DE-92F7EBAAE57E}"/>
              </a:ext>
            </a:extLst>
          </p:cNvPr>
          <p:cNvSpPr>
            <a:spLocks noGrp="1"/>
          </p:cNvSpPr>
          <p:nvPr/>
        </p:nvSpPr>
        <p:spPr>
          <a:xfrm>
            <a:off x="552450" y="971550"/>
            <a:ext cx="11106150" cy="0"/>
          </a:xfrm>
          <a:prstGeom prst="line">
            <a:avLst/>
          </a:prstGeom>
          <a:noFill/>
          <a:ln w="14288">
            <a:solidFill>
              <a:srgbClr val="143A63"/>
            </a:solidFill>
            <a:prstDash val="solid"/>
          </a:ln>
        </p:spPr>
      </p:sp>
      <p:graphicFrame>
        <p:nvGraphicFramePr>
          <p:cNvPr id="51" name="Chart"/>
          <p:cNvGraphicFramePr/>
          <p:nvPr/>
        </p:nvGraphicFramePr>
        <p:xfrm>
          <a:off x="1676400" y="2305050"/>
          <a:ext cx="3333750" cy="83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2" name="Chart"/>
          <p:cNvGraphicFramePr/>
          <p:nvPr/>
        </p:nvGraphicFramePr>
        <p:xfrm>
          <a:off x="7181850" y="2305050"/>
          <a:ext cx="3333750" cy="83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p3-same-crystal">
            <a:extLst>
              <a:ext uri="{FF2B5EF4-FFF2-40B4-BE49-F238E27FC236}">
                <a16:creationId xmlns:a16="http://schemas.microsoft.com/office/drawing/2014/main" id="{FCA70568-1F2C-4DE3-BD42-E1F83A05CA5D}"/>
              </a:ext>
            </a:extLst>
          </p:cNvPr>
          <p:cNvSpPr>
            <a:spLocks noGrp="1"/>
          </p:cNvSpPr>
          <p:nvPr/>
        </p:nvSpPr>
        <p:spPr>
          <a:xfrm>
            <a:off x="4095750" y="110490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325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Same crystal structure</a:t>
            </a:r>
          </a:p>
        </p:txBody>
      </p:sp>
      <p:sp>
        <p:nvSpPr>
          <p:cNvPr id="26" name="p3-branch-left">
            <a:extLst>
              <a:ext uri="{FF2B5EF4-FFF2-40B4-BE49-F238E27FC236}">
                <a16:creationId xmlns:a16="http://schemas.microsoft.com/office/drawing/2014/main" id="{DF00023C-43E3-4ACF-A504-7F80EBA9A918}"/>
              </a:ext>
            </a:extLst>
          </p:cNvPr>
          <p:cNvSpPr>
            <a:spLocks noGrp="1"/>
          </p:cNvSpPr>
          <p:nvPr/>
        </p:nvSpPr>
        <p:spPr>
          <a:xfrm>
            <a:off x="3924300" y="1409700"/>
            <a:ext cx="838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5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↙</a:t>
            </a:r>
          </a:p>
        </p:txBody>
      </p:sp>
      <p:sp>
        <p:nvSpPr>
          <p:cNvPr id="27" name="p3-branch-right">
            <a:extLst>
              <a:ext uri="{FF2B5EF4-FFF2-40B4-BE49-F238E27FC236}">
                <a16:creationId xmlns:a16="http://schemas.microsoft.com/office/drawing/2014/main" id="{F437DE2C-712C-463D-AA7D-3403555B1A7F}"/>
              </a:ext>
            </a:extLst>
          </p:cNvPr>
          <p:cNvSpPr>
            <a:spLocks noGrp="1"/>
          </p:cNvSpPr>
          <p:nvPr/>
        </p:nvSpPr>
        <p:spPr>
          <a:xfrm>
            <a:off x="7429500" y="1409700"/>
            <a:ext cx="838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5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↘</a:t>
            </a:r>
          </a:p>
        </p:txBody>
      </p:sp>
      <p:sp>
        <p:nvSpPr>
          <p:cNvPr id="28" name="p3-random-a">
            <a:extLst>
              <a:ext uri="{FF2B5EF4-FFF2-40B4-BE49-F238E27FC236}">
                <a16:creationId xmlns:a16="http://schemas.microsoft.com/office/drawing/2014/main" id="{112BFD85-5CD2-427A-BBBB-28A38F12A938}"/>
              </a:ext>
            </a:extLst>
          </p:cNvPr>
          <p:cNvSpPr>
            <a:spLocks noGrp="1"/>
          </p:cNvSpPr>
          <p:nvPr/>
        </p:nvSpPr>
        <p:spPr>
          <a:xfrm>
            <a:off x="1676400" y="16383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75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 err="1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Randomly sampled perturbation A</a:t>
            </a:r>
          </a:p>
        </p:txBody>
      </p:sp>
      <p:sp>
        <p:nvSpPr>
          <p:cNvPr id="29" name="p3-random-b">
            <a:extLst>
              <a:ext uri="{FF2B5EF4-FFF2-40B4-BE49-F238E27FC236}">
                <a16:creationId xmlns:a16="http://schemas.microsoft.com/office/drawing/2014/main" id="{00A49630-4AB4-4C6F-B2EC-61434FC8878E}"/>
              </a:ext>
            </a:extLst>
          </p:cNvPr>
          <p:cNvSpPr>
            <a:spLocks noGrp="1"/>
          </p:cNvSpPr>
          <p:nvPr/>
        </p:nvSpPr>
        <p:spPr>
          <a:xfrm>
            <a:off x="7181850" y="16383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75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 err="1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Randomly sampled perturbation B</a:t>
            </a:r>
          </a:p>
        </p:txBody>
      </p:sp>
      <p:sp>
        <p:nvSpPr>
          <p:cNvPr id="30" name="p3-down-random-a">
            <a:extLst>
              <a:ext uri="{FF2B5EF4-FFF2-40B4-BE49-F238E27FC236}">
                <a16:creationId xmlns:a16="http://schemas.microsoft.com/office/drawing/2014/main" id="{F9B5B563-5F90-48E0-B50A-381C87CA1B89}"/>
              </a:ext>
            </a:extLst>
          </p:cNvPr>
          <p:cNvSpPr>
            <a:spLocks noGrp="1"/>
          </p:cNvSpPr>
          <p:nvPr/>
        </p:nvSpPr>
        <p:spPr>
          <a:xfrm>
            <a:off x="3143250" y="18478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800" b="1">
                <a:solidFill>
                  <a:srgbClr val="E77A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77A25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1" name="p3-down-random-b">
            <a:extLst>
              <a:ext uri="{FF2B5EF4-FFF2-40B4-BE49-F238E27FC236}">
                <a16:creationId xmlns:a16="http://schemas.microsoft.com/office/drawing/2014/main" id="{B2F19004-BD98-40B4-A980-98ACE5E93985}"/>
              </a:ext>
            </a:extLst>
          </p:cNvPr>
          <p:cNvSpPr>
            <a:spLocks noGrp="1"/>
          </p:cNvSpPr>
          <p:nvPr/>
        </p:nvSpPr>
        <p:spPr>
          <a:xfrm>
            <a:off x="8648700" y="18478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800" b="1">
                <a:solidFill>
                  <a:srgbClr val="E77A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77A25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2" name="p3-spectrum-a-label">
            <a:extLst>
              <a:ext uri="{FF2B5EF4-FFF2-40B4-BE49-F238E27FC236}">
                <a16:creationId xmlns:a16="http://schemas.microsoft.com/office/drawing/2014/main" id="{3FC9E648-15A9-44FB-B387-BDAD72D4E62C}"/>
              </a:ext>
            </a:extLst>
          </p:cNvPr>
          <p:cNvSpPr>
            <a:spLocks noGrp="1"/>
          </p:cNvSpPr>
          <p:nvPr/>
        </p:nvSpPr>
        <p:spPr>
          <a:xfrm>
            <a:off x="1676400" y="2047875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500" b="1">
                <a:solidFill>
                  <a:srgbClr val="285F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5F97"/>
                </a:solidFill>
                <a:latin typeface="Microsoft YaHei"/>
                <a:ea typeface="Microsoft YaHei"/>
                <a:cs typeface="Microsoft YaHei"/>
              </a:rPr>
              <a:t>Training pattern A</a:t>
            </a:r>
          </a:p>
        </p:txBody>
      </p:sp>
      <p:sp>
        <p:nvSpPr>
          <p:cNvPr id="33" name="p3-spectrum-b-label">
            <a:extLst>
              <a:ext uri="{FF2B5EF4-FFF2-40B4-BE49-F238E27FC236}">
                <a16:creationId xmlns:a16="http://schemas.microsoft.com/office/drawing/2014/main" id="{6B2C469A-3093-4548-955F-B21299A112D0}"/>
              </a:ext>
            </a:extLst>
          </p:cNvPr>
          <p:cNvSpPr>
            <a:spLocks noGrp="1"/>
          </p:cNvSpPr>
          <p:nvPr/>
        </p:nvSpPr>
        <p:spPr>
          <a:xfrm>
            <a:off x="7181850" y="2047875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500" b="1">
                <a:solidFill>
                  <a:srgbClr val="E77A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77A25"/>
                </a:solidFill>
                <a:latin typeface="Microsoft YaHei"/>
                <a:ea typeface="Microsoft YaHei"/>
                <a:cs typeface="Microsoft YaHei"/>
              </a:rPr>
              <a:t>Training pattern B</a:t>
            </a:r>
          </a:p>
        </p:txBody>
      </p:sp>
      <p:sp>
        <p:nvSpPr>
          <p:cNvPr id="34" name="p3-down-chart-a">
            <a:extLst>
              <a:ext uri="{FF2B5EF4-FFF2-40B4-BE49-F238E27FC236}">
                <a16:creationId xmlns:a16="http://schemas.microsoft.com/office/drawing/2014/main" id="{AE0AA81C-1C14-4A36-A84A-71A8F06EB020}"/>
              </a:ext>
            </a:extLst>
          </p:cNvPr>
          <p:cNvSpPr>
            <a:spLocks noGrp="1"/>
          </p:cNvSpPr>
          <p:nvPr/>
        </p:nvSpPr>
        <p:spPr>
          <a:xfrm>
            <a:off x="3143250" y="31051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875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5" name="p3-down-chart-b">
            <a:extLst>
              <a:ext uri="{FF2B5EF4-FFF2-40B4-BE49-F238E27FC236}">
                <a16:creationId xmlns:a16="http://schemas.microsoft.com/office/drawing/2014/main" id="{E9720818-E20B-4C51-AD15-24F420FB7AE7}"/>
              </a:ext>
            </a:extLst>
          </p:cNvPr>
          <p:cNvSpPr>
            <a:spLocks noGrp="1"/>
          </p:cNvSpPr>
          <p:nvPr/>
        </p:nvSpPr>
        <p:spPr>
          <a:xfrm>
            <a:off x="8648700" y="31051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875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6" name="p3-same-model-box">
            <a:extLst>
              <a:ext uri="{FF2B5EF4-FFF2-40B4-BE49-F238E27FC236}">
                <a16:creationId xmlns:a16="http://schemas.microsoft.com/office/drawing/2014/main" id="{B34F872E-629C-4B2C-AA9E-3C19FF72115D}"/>
              </a:ext>
            </a:extLst>
          </p:cNvPr>
          <p:cNvSpPr>
            <a:spLocks noGrp="1"/>
          </p:cNvSpPr>
          <p:nvPr/>
        </p:nvSpPr>
        <p:spPr>
          <a:xfrm>
            <a:off x="3343275" y="3990975"/>
            <a:ext cx="5448300" cy="361950"/>
          </a:xfrm>
          <a:prstGeom prst="roundRect">
            <a:avLst>
              <a:gd name="adj" fmla="val 18421"/>
            </a:avLst>
          </a:prstGeom>
          <a:solidFill>
            <a:srgbClr val="EEF4F9"/>
          </a:solidFill>
          <a:ln w="10478">
            <a:solidFill>
              <a:srgbClr val="9BB2C8"/>
            </a:solidFill>
            <a:prstDash val="solid"/>
          </a:ln>
        </p:spPr>
      </p:sp>
      <p:sp>
        <p:nvSpPr>
          <p:cNvPr id="37" name="p3-same-model-label">
            <a:extLst>
              <a:ext uri="{FF2B5EF4-FFF2-40B4-BE49-F238E27FC236}">
                <a16:creationId xmlns:a16="http://schemas.microsoft.com/office/drawing/2014/main" id="{BB4EF74A-0822-45DF-A335-AA28C45DFFBC}"/>
              </a:ext>
            </a:extLst>
          </p:cNvPr>
          <p:cNvSpPr>
            <a:spLocks noGrp="1"/>
          </p:cNvSpPr>
          <p:nvPr/>
        </p:nvSpPr>
        <p:spPr>
          <a:xfrm>
            <a:off x="3371850" y="4012623"/>
            <a:ext cx="5448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425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Model output</a:t>
            </a:r>
            <a:endParaRPr sz="1425" b="1" dirty="0">
              <a:solidFill>
                <a:srgbClr val="143A6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" name="p3-down-model-a">
            <a:extLst>
              <a:ext uri="{FF2B5EF4-FFF2-40B4-BE49-F238E27FC236}">
                <a16:creationId xmlns:a16="http://schemas.microsoft.com/office/drawing/2014/main" id="{EE5A3F0C-FC49-42F5-B3BE-2E30C9701C41}"/>
              </a:ext>
            </a:extLst>
          </p:cNvPr>
          <p:cNvSpPr>
            <a:spLocks noGrp="1"/>
          </p:cNvSpPr>
          <p:nvPr/>
        </p:nvSpPr>
        <p:spPr>
          <a:xfrm>
            <a:off x="3143250" y="37719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875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9" name="p3-down-model-b">
            <a:extLst>
              <a:ext uri="{FF2B5EF4-FFF2-40B4-BE49-F238E27FC236}">
                <a16:creationId xmlns:a16="http://schemas.microsoft.com/office/drawing/2014/main" id="{B1C1E2E5-5A2F-4C16-9DCA-A58F02DBF2C3}"/>
              </a:ext>
            </a:extLst>
          </p:cNvPr>
          <p:cNvSpPr>
            <a:spLocks noGrp="1"/>
          </p:cNvSpPr>
          <p:nvPr/>
        </p:nvSpPr>
        <p:spPr>
          <a:xfrm>
            <a:off x="8648700" y="37719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875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40" name="p3-judgment-a">
            <a:extLst>
              <a:ext uri="{FF2B5EF4-FFF2-40B4-BE49-F238E27FC236}">
                <a16:creationId xmlns:a16="http://schemas.microsoft.com/office/drawing/2014/main" id="{6ADF3A72-AFE1-458F-B2E5-2B7220A1ED69}"/>
              </a:ext>
            </a:extLst>
          </p:cNvPr>
          <p:cNvSpPr>
            <a:spLocks noGrp="1"/>
          </p:cNvSpPr>
          <p:nvPr/>
        </p:nvSpPr>
        <p:spPr>
          <a:xfrm>
            <a:off x="1704975" y="3364923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650" b="1">
                <a:solidFill>
                  <a:srgbClr val="285F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285F97"/>
                </a:solidFill>
                <a:latin typeface="Microsoft YaHei"/>
                <a:ea typeface="Microsoft YaHei"/>
                <a:cs typeface="Microsoft YaHei"/>
              </a:rPr>
              <a:t>Crystal-system prediction A</a:t>
            </a:r>
          </a:p>
        </p:txBody>
      </p:sp>
      <p:sp>
        <p:nvSpPr>
          <p:cNvPr id="41" name="p3-judgment-b">
            <a:extLst>
              <a:ext uri="{FF2B5EF4-FFF2-40B4-BE49-F238E27FC236}">
                <a16:creationId xmlns:a16="http://schemas.microsoft.com/office/drawing/2014/main" id="{2332181B-7F33-4FB3-906A-6ED4BF76C7B4}"/>
              </a:ext>
            </a:extLst>
          </p:cNvPr>
          <p:cNvSpPr>
            <a:spLocks noGrp="1"/>
          </p:cNvSpPr>
          <p:nvPr/>
        </p:nvSpPr>
        <p:spPr>
          <a:xfrm>
            <a:off x="7215043" y="3419475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650" b="1">
                <a:solidFill>
                  <a:srgbClr val="E77A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E77A25"/>
                </a:solidFill>
                <a:latin typeface="Microsoft YaHei"/>
                <a:ea typeface="Microsoft YaHei"/>
                <a:cs typeface="Microsoft YaHei"/>
              </a:rPr>
              <a:t>Crystal-system prediction B</a:t>
            </a:r>
          </a:p>
        </p:txBody>
      </p:sp>
      <p:sp>
        <p:nvSpPr>
          <p:cNvPr id="42" name="p3-converge-left">
            <a:extLst>
              <a:ext uri="{FF2B5EF4-FFF2-40B4-BE49-F238E27FC236}">
                <a16:creationId xmlns:a16="http://schemas.microsoft.com/office/drawing/2014/main" id="{3DB6E1EC-2153-41CC-BA61-E3BAD762B01B}"/>
              </a:ext>
            </a:extLst>
          </p:cNvPr>
          <p:cNvSpPr>
            <a:spLocks noGrp="1"/>
          </p:cNvSpPr>
          <p:nvPr/>
        </p:nvSpPr>
        <p:spPr>
          <a:xfrm>
            <a:off x="4095750" y="43053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2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↘</a:t>
            </a:r>
          </a:p>
        </p:txBody>
      </p:sp>
      <p:sp>
        <p:nvSpPr>
          <p:cNvPr id="43" name="p3-converge-right">
            <a:extLst>
              <a:ext uri="{FF2B5EF4-FFF2-40B4-BE49-F238E27FC236}">
                <a16:creationId xmlns:a16="http://schemas.microsoft.com/office/drawing/2014/main" id="{A7901C00-3277-4E42-8EC2-05349FD34731}"/>
              </a:ext>
            </a:extLst>
          </p:cNvPr>
          <p:cNvSpPr>
            <a:spLocks noGrp="1"/>
          </p:cNvSpPr>
          <p:nvPr/>
        </p:nvSpPr>
        <p:spPr>
          <a:xfrm>
            <a:off x="7429500" y="43053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2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↙</a:t>
            </a:r>
          </a:p>
        </p:txBody>
      </p:sp>
      <p:sp>
        <p:nvSpPr>
          <p:cNvPr id="44" name="p3-main-takeaway">
            <a:extLst>
              <a:ext uri="{FF2B5EF4-FFF2-40B4-BE49-F238E27FC236}">
                <a16:creationId xmlns:a16="http://schemas.microsoft.com/office/drawing/2014/main" id="{6188B8E4-55B8-4C67-B574-31FD12EBB2DF}"/>
              </a:ext>
            </a:extLst>
          </p:cNvPr>
          <p:cNvSpPr>
            <a:spLocks noGrp="1"/>
          </p:cNvSpPr>
          <p:nvPr/>
        </p:nvSpPr>
        <p:spPr>
          <a:xfrm>
            <a:off x="1809750" y="4581525"/>
            <a:ext cx="8572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43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The two predictions should agree</a:t>
            </a:r>
          </a:p>
        </p:txBody>
      </p:sp>
      <p:sp>
        <p:nvSpPr>
          <p:cNvPr id="45" name="p3-core-sentence">
            <a:extLst>
              <a:ext uri="{FF2B5EF4-FFF2-40B4-BE49-F238E27FC236}">
                <a16:creationId xmlns:a16="http://schemas.microsoft.com/office/drawing/2014/main" id="{AD1ABBD1-655B-4EA0-91AC-19E3EAC017F9}"/>
              </a:ext>
            </a:extLst>
          </p:cNvPr>
          <p:cNvSpPr>
            <a:spLocks noGrp="1"/>
          </p:cNvSpPr>
          <p:nvPr/>
        </p:nvSpPr>
        <p:spPr>
          <a:xfrm>
            <a:off x="1143000" y="59436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538" b="0">
                <a:solidFill>
                  <a:srgbClr val="273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Core idea: encode the physical relation “measurement conditions can change, structure does not” in model training.</a:t>
            </a:r>
          </a:p>
        </p:txBody>
      </p:sp>
    </p:spTree>
    <p:extLst>
      <p:ext uri="{BB962C8B-B14F-4D97-AF65-F5344CB8AC3E}">
        <p14:creationId xmlns:p14="http://schemas.microsoft.com/office/powerpoint/2010/main" val="759488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447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775D30B-89A8-16F8-79C1-D43B57E2200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634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2-title">
            <a:extLst>
              <a:ext uri="{FF2B5EF4-FFF2-40B4-BE49-F238E27FC236}">
                <a16:creationId xmlns:a16="http://schemas.microsoft.com/office/drawing/2014/main" id="{084E7B1E-153C-4034-B7C5-26F3ECE7CFC8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10439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r>
              <a:rPr sz="2300" b="1">
                <a:solidFill>
                  <a:srgbClr val="173A63"/>
                </a:solidFill>
              </a:rPr>
              <a:t>1. Simulated results: improvements in all five training runs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32DCBF-EAAC-4D92-BE5C-6A8ED94605A2}"/>
              </a:ext>
            </a:extLst>
          </p:cNvPr>
          <p:cNvSpPr>
            <a:spLocks noGrp="1"/>
          </p:cNvSpPr>
          <p:nvPr/>
        </p:nvSpPr>
        <p:spPr>
          <a:xfrm>
            <a:off x="11201400" y="3810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6000"/>
              </a:lnSpc>
              <a:buNone/>
              <a:defRPr sz="105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CD765D29-2DBD-4BC6-99C4-208077BDDAAB}"/>
              </a:ext>
            </a:extLst>
          </p:cNvPr>
          <p:cNvSpPr>
            <a:spLocks noGrp="1"/>
          </p:cNvSpPr>
          <p:nvPr/>
        </p:nvSpPr>
        <p:spPr>
          <a:xfrm>
            <a:off x="552450" y="971550"/>
            <a:ext cx="11106150" cy="0"/>
          </a:xfrm>
          <a:prstGeom prst="line">
            <a:avLst/>
          </a:prstGeom>
          <a:noFill/>
          <a:ln w="14288">
            <a:solidFill>
              <a:srgbClr val="143A63"/>
            </a:solidFill>
            <a:prstDash val="solid"/>
          </a:ln>
        </p:spPr>
        <p:txBody>
          <a:bodyPr/>
          <a:p/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F92313-8932-4A63-A4EB-6ED122AE0159}"/>
              </a:ext>
            </a:extLst>
          </p:cNvPr>
          <p:cNvSpPr>
            <a:spLocks noGrp="1"/>
          </p:cNvSpPr>
          <p:nvPr/>
        </p:nvSpPr>
        <p:spPr>
          <a:xfrm>
            <a:off x="9667009" y="1843232"/>
            <a:ext cx="1324841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6000"/>
              </a:lnSpc>
              <a:buNone/>
              <a:defRPr sz="31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dirty="0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5 / 5 ↑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9E3651-30E8-4C57-9875-B0049DA27364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029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r>
              <a:rPr sz="1350" b="0">
                <a:solidFill>
                  <a:srgbClr val="627387"/>
                </a:solidFill>
              </a:rPr>
              <a:t>Test set: 2,109 held-out MP structures; test patterns use fixed perturbations outside the training range.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C23EB2-5C75-4560-9AD4-13FE9B7A96EC}"/>
              </a:ext>
            </a:extLst>
          </p:cNvPr>
          <p:cNvSpPr>
            <a:spLocks noGrp="1"/>
          </p:cNvSpPr>
          <p:nvPr/>
        </p:nvSpPr>
        <p:spPr>
          <a:xfrm>
            <a:off x="9315450" y="3219450"/>
            <a:ext cx="2266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dirty="0" err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Average +5.46 pp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="590550" y="1619250"/>
          <a:ext cx="8382000" cy="4476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p5-gain-1">
            <a:extLst>
              <a:ext uri="{FF2B5EF4-FFF2-40B4-BE49-F238E27FC236}">
                <a16:creationId xmlns:a16="http://schemas.microsoft.com/office/drawing/2014/main" id="{622B7141-ABCB-4933-A74E-245B5E2478B0}"/>
              </a:ext>
            </a:extLst>
          </p:cNvPr>
          <p:cNvSpPr>
            <a:spLocks noGrp="1"/>
          </p:cNvSpPr>
          <p:nvPr/>
        </p:nvSpPr>
        <p:spPr>
          <a:xfrm>
            <a:off x="1504950" y="1362075"/>
            <a:ext cx="1028700" cy="2286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153E6A"/>
                </a:solidFill>
              </a:defRPr>
            </a:pPr>
            <a:r>
              <a:rPr sz="1350" b="1">
                <a:solidFill>
                  <a:srgbClr val="153E6A"/>
                </a:solidFill>
              </a:rPr>
              <a:t>+5.48 pp</a:t>
            </a:r>
          </a:p>
        </p:txBody>
      </p:sp>
      <p:sp>
        <p:nvSpPr>
          <p:cNvPr id="16" name="p5-gain-2">
            <a:extLst>
              <a:ext uri="{FF2B5EF4-FFF2-40B4-BE49-F238E27FC236}">
                <a16:creationId xmlns:a16="http://schemas.microsoft.com/office/drawing/2014/main" id="{9FB679D9-4C7E-4051-8574-ECD3B1701F72}"/>
              </a:ext>
            </a:extLst>
          </p:cNvPr>
          <p:cNvSpPr>
            <a:spLocks noGrp="1"/>
          </p:cNvSpPr>
          <p:nvPr/>
        </p:nvSpPr>
        <p:spPr>
          <a:xfrm>
            <a:off x="3019425" y="1362075"/>
            <a:ext cx="1028700" cy="2286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153E6A"/>
                </a:solidFill>
              </a:defRPr>
            </a:pPr>
            <a:r>
              <a:rPr sz="1350" b="1">
                <a:solidFill>
                  <a:srgbClr val="153E6A"/>
                </a:solidFill>
              </a:rPr>
              <a:t>+6.14 pp</a:t>
            </a:r>
          </a:p>
        </p:txBody>
      </p:sp>
      <p:sp>
        <p:nvSpPr>
          <p:cNvPr id="17" name="p5-gain-3">
            <a:extLst>
              <a:ext uri="{FF2B5EF4-FFF2-40B4-BE49-F238E27FC236}">
                <a16:creationId xmlns:a16="http://schemas.microsoft.com/office/drawing/2014/main" id="{A5B7775B-E1CC-436B-BB9C-3B84568E2172}"/>
              </a:ext>
            </a:extLst>
          </p:cNvPr>
          <p:cNvSpPr>
            <a:spLocks noGrp="1"/>
          </p:cNvSpPr>
          <p:nvPr/>
        </p:nvSpPr>
        <p:spPr>
          <a:xfrm>
            <a:off x="4533900" y="1362075"/>
            <a:ext cx="1028700" cy="2286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153E6A"/>
                </a:solidFill>
              </a:defRPr>
            </a:pPr>
            <a:r>
              <a:rPr sz="1350" b="1" dirty="0">
                <a:solidFill>
                  <a:srgbClr val="153E6A"/>
                </a:solidFill>
              </a:rPr>
              <a:t>+4.99 pp</a:t>
            </a:r>
          </a:p>
        </p:txBody>
      </p:sp>
      <p:sp>
        <p:nvSpPr>
          <p:cNvPr id="18" name="p5-gain-4">
            <a:extLst>
              <a:ext uri="{FF2B5EF4-FFF2-40B4-BE49-F238E27FC236}">
                <a16:creationId xmlns:a16="http://schemas.microsoft.com/office/drawing/2014/main" id="{B02E6DE9-99E0-4695-8880-94A46DE0AD1B}"/>
              </a:ext>
            </a:extLst>
          </p:cNvPr>
          <p:cNvSpPr>
            <a:spLocks noGrp="1"/>
          </p:cNvSpPr>
          <p:nvPr/>
        </p:nvSpPr>
        <p:spPr>
          <a:xfrm>
            <a:off x="6048375" y="1362075"/>
            <a:ext cx="1028700" cy="2286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153E6A"/>
                </a:solidFill>
              </a:defRPr>
            </a:pPr>
            <a:r>
              <a:rPr sz="1350" b="1">
                <a:solidFill>
                  <a:srgbClr val="153E6A"/>
                </a:solidFill>
              </a:rPr>
              <a:t>+4.51 pp</a:t>
            </a:r>
          </a:p>
        </p:txBody>
      </p:sp>
      <p:sp>
        <p:nvSpPr>
          <p:cNvPr id="19" name="p5-gain-5">
            <a:extLst>
              <a:ext uri="{FF2B5EF4-FFF2-40B4-BE49-F238E27FC236}">
                <a16:creationId xmlns:a16="http://schemas.microsoft.com/office/drawing/2014/main" id="{313EB8EC-607D-44C8-896D-B03832A0A737}"/>
              </a:ext>
            </a:extLst>
          </p:cNvPr>
          <p:cNvSpPr>
            <a:spLocks noGrp="1"/>
          </p:cNvSpPr>
          <p:nvPr/>
        </p:nvSpPr>
        <p:spPr>
          <a:xfrm>
            <a:off x="7562850" y="1362075"/>
            <a:ext cx="1028700" cy="2286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153E6A"/>
                </a:solidFill>
              </a:defRPr>
            </a:pPr>
            <a:r>
              <a:rPr sz="1350" b="1">
                <a:solidFill>
                  <a:srgbClr val="153E6A"/>
                </a:solidFill>
              </a:rPr>
              <a:t>+6.18 pp</a:t>
            </a:r>
          </a:p>
        </p:txBody>
      </p:sp>
      <p:sp>
        <p:nvSpPr>
          <p:cNvPr id="21" name="p5-repeat-explanation">
            <a:extLst>
              <a:ext uri="{FF2B5EF4-FFF2-40B4-BE49-F238E27FC236}">
                <a16:creationId xmlns:a16="http://schemas.microsoft.com/office/drawing/2014/main" id="{F8B64200-5705-47F8-9078-6EE556A25257}"/>
              </a:ext>
            </a:extLst>
          </p:cNvPr>
          <p:cNvSpPr>
            <a:spLocks noGrp="1"/>
          </p:cNvSpPr>
          <p:nvPr/>
        </p:nvSpPr>
        <p:spPr>
          <a:xfrm>
            <a:off x="590550" y="6210300"/>
            <a:ext cx="8382000" cy="3048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With the same data and training settings, all five repeated runs improved.</a:t>
            </a:r>
          </a:p>
        </p:txBody>
      </p:sp>
    </p:spTree>
    <p:extLst>
      <p:ext uri="{BB962C8B-B14F-4D97-AF65-F5344CB8AC3E}">
        <p14:creationId xmlns:p14="http://schemas.microsoft.com/office/powerpoint/2010/main" val="1827447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D8846D7-D333-4599-DCCC-6E2957489FB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782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8A68FD2-2772-D70D-DA71-91B95374764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759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2-title">
            <a:extLst>
              <a:ext uri="{FF2B5EF4-FFF2-40B4-BE49-F238E27FC236}">
                <a16:creationId xmlns:a16="http://schemas.microsoft.com/office/drawing/2014/main" id="{084E7B1E-153C-4034-B7C5-26F3ECE7CFC8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10439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8164"/>
          </a:bodyPr>
          <a:lstStyle/>
          <a:p>
            <a:pPr>
              <a:buNone/>
              <a:defRPr sz="240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3. RRUFF-301: few-shot fine-tuning with a small number of real patterns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32DCBF-EAAC-4D92-BE5C-6A8ED94605A2}"/>
              </a:ext>
            </a:extLst>
          </p:cNvPr>
          <p:cNvSpPr>
            <a:spLocks noGrp="1"/>
          </p:cNvSpPr>
          <p:nvPr/>
        </p:nvSpPr>
        <p:spPr>
          <a:xfrm>
            <a:off x="11201400" y="3810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6000"/>
              </a:lnSpc>
              <a:buNone/>
              <a:defRPr sz="105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CD765D29-2DBD-4BC6-99C4-208077BDDAAB}"/>
              </a:ext>
            </a:extLst>
          </p:cNvPr>
          <p:cNvSpPr>
            <a:spLocks noGrp="1"/>
          </p:cNvSpPr>
          <p:nvPr/>
        </p:nvSpPr>
        <p:spPr>
          <a:xfrm>
            <a:off x="552450" y="971550"/>
            <a:ext cx="11106150" cy="0"/>
          </a:xfrm>
          <a:prstGeom prst="line">
            <a:avLst/>
          </a:prstGeom>
          <a:noFill/>
          <a:ln w="14288">
            <a:solidFill>
              <a:srgbClr val="143A63"/>
            </a:solidFill>
            <a:prstDash val="solid"/>
          </a:ln>
        </p:spPr>
      </p:sp>
      <p:sp>
        <p:nvSpPr>
          <p:cNvPr id="14" name="p6-summary-caption">
            <a:extLst>
              <a:ext uri="{FF2B5EF4-FFF2-40B4-BE49-F238E27FC236}">
                <a16:creationId xmlns:a16="http://schemas.microsoft.com/office/drawing/2014/main" id="{6C5D217B-10CC-491D-81DA-A2F52A265DF8}"/>
              </a:ext>
            </a:extLst>
          </p:cNvPr>
          <p:cNvSpPr>
            <a:spLocks noGrp="1"/>
          </p:cNvSpPr>
          <p:nvPr/>
        </p:nvSpPr>
        <p:spPr>
          <a:xfrm>
            <a:off x="8115300" y="1676400"/>
            <a:ext cx="3333750" cy="44196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725" b="1" dirty="0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① All three real-label budgets improved</a:t>
            </a:r>
          </a:p>
          <a:p>
            <a:pPr algn="l">
              <a:buNone/>
            </a:pPr>
            <a:r>
              <a:rPr sz="1425" b="0" dirty="0" err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Average gain: about +4.8 pp</a:t>
            </a:r>
          </a:p>
          <a:p>
            <a:endParaRPr sz="2250" b="1" dirty="0">
              <a:solidFill>
                <a:srgbClr val="153E6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</a:pPr>
            <a:r>
              <a:rPr sz="1650" b="1" dirty="0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② With fewer real patterns, this method reached similar or better performance</a:t>
            </a:r>
          </a:p>
          <a:p>
            <a:endParaRPr sz="1650" b="1" dirty="0">
              <a:solidFill>
                <a:srgbClr val="153E6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</a:pPr>
            <a:r>
              <a:rPr sz="1500" b="1" dirty="0" err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This method: 14 patterns  ≈  baseline: 35 patterns</a:t>
            </a:r>
          </a:p>
          <a:p>
            <a:pPr algn="l">
              <a:buNone/>
            </a:pPr>
            <a:r>
              <a:rPr sz="1425" b="0" dirty="0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0.349  ≈  0.356</a:t>
            </a:r>
          </a:p>
          <a:p>
            <a:endParaRPr sz="1425" b="0" dirty="0">
              <a:solidFill>
                <a:srgbClr val="153E6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</a:pPr>
            <a:r>
              <a:rPr sz="1500" b="1" dirty="0" err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This method: 7 patterns  &gt;  baseline: 14 patterns</a:t>
            </a:r>
          </a:p>
          <a:p>
            <a:pPr algn="l">
              <a:buNone/>
            </a:pPr>
            <a:r>
              <a:rPr sz="1425" b="0" dirty="0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0.328  &gt;  0.303</a:t>
            </a:r>
          </a:p>
        </p:txBody>
      </p:sp>
      <p:sp>
        <p:nvSpPr>
          <p:cNvPr id="15" name="p6-dataset-context">
            <a:extLst>
              <a:ext uri="{FF2B5EF4-FFF2-40B4-BE49-F238E27FC236}">
                <a16:creationId xmlns:a16="http://schemas.microsoft.com/office/drawing/2014/main" id="{C2CE2B4B-BA17-4A56-AF6F-7ACD7F44FCC4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029950" cy="3048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</a:pPr>
            <a:r>
              <a:rPr sz="1425" b="1">
                <a:solidFill>
                  <a:srgbClr val="3F5368"/>
                </a:solidFill>
                <a:latin typeface="Microsoft YaHei"/>
                <a:ea typeface="Microsoft YaHei"/>
                <a:cs typeface="Microsoft YaHei"/>
              </a:rPr>
              <a:t>RRUFF-301: 301 experimental patterns  |  Fine-tune with 1 / 2 / 5 patterns per crystal system</a:t>
            </a:r>
          </a:p>
        </p:txBody>
      </p:sp>
      <p:sp>
        <p:nvSpPr>
          <p:cNvPr id="16" name="p6-gain-1">
            <a:extLst>
              <a:ext uri="{FF2B5EF4-FFF2-40B4-BE49-F238E27FC236}">
                <a16:creationId xmlns:a16="http://schemas.microsoft.com/office/drawing/2014/main" id="{C9FF68BE-584D-4B74-8C9B-F7A37104938F}"/>
              </a:ext>
            </a:extLst>
          </p:cNvPr>
          <p:cNvSpPr>
            <a:spLocks noGrp="1"/>
          </p:cNvSpPr>
          <p:nvPr/>
        </p:nvSpPr>
        <p:spPr>
          <a:xfrm>
            <a:off x="1428750" y="1600200"/>
            <a:ext cx="1524000" cy="238125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+4.33 pp</a:t>
            </a:r>
          </a:p>
        </p:txBody>
      </p:sp>
      <p:sp>
        <p:nvSpPr>
          <p:cNvPr id="17" name="p6-gain-2">
            <a:extLst>
              <a:ext uri="{FF2B5EF4-FFF2-40B4-BE49-F238E27FC236}">
                <a16:creationId xmlns:a16="http://schemas.microsoft.com/office/drawing/2014/main" id="{1CCE8A83-2CAF-4A8E-8A8F-50169B35B34E}"/>
              </a:ext>
            </a:extLst>
          </p:cNvPr>
          <p:cNvSpPr>
            <a:spLocks noGrp="1"/>
          </p:cNvSpPr>
          <p:nvPr/>
        </p:nvSpPr>
        <p:spPr>
          <a:xfrm>
            <a:off x="3629025" y="1600200"/>
            <a:ext cx="1524000" cy="238125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+4.60 pp</a:t>
            </a:r>
          </a:p>
        </p:txBody>
      </p:sp>
      <p:sp>
        <p:nvSpPr>
          <p:cNvPr id="18" name="p6-gain-3">
            <a:extLst>
              <a:ext uri="{FF2B5EF4-FFF2-40B4-BE49-F238E27FC236}">
                <a16:creationId xmlns:a16="http://schemas.microsoft.com/office/drawing/2014/main" id="{D233108E-B8DB-4840-8C07-AC0321D9D0BF}"/>
              </a:ext>
            </a:extLst>
          </p:cNvPr>
          <p:cNvSpPr>
            <a:spLocks noGrp="1"/>
          </p:cNvSpPr>
          <p:nvPr/>
        </p:nvSpPr>
        <p:spPr>
          <a:xfrm>
            <a:off x="5829300" y="1600200"/>
            <a:ext cx="1524000" cy="238125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+5.45 pp</a:t>
            </a:r>
          </a:p>
        </p:txBody>
      </p:sp>
      <p:graphicFrame>
        <p:nvGraphicFramePr>
          <p:cNvPr id="28" name="p6-rruff-fewshot-bars"/>
          <p:cNvGraphicFramePr/>
          <p:nvPr/>
        </p:nvGraphicFramePr>
        <p:xfrm>
          <a:off x="552450" y="1866900"/>
          <a:ext cx="72390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27447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2-title">
            <a:extLst>
              <a:ext uri="{FF2B5EF4-FFF2-40B4-BE49-F238E27FC236}">
                <a16:creationId xmlns:a16="http://schemas.microsoft.com/office/drawing/2014/main" id="{084E7B1E-153C-4034-B7C5-26F3ECE7CFC8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10439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  <a:defRPr sz="25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dirty="0">
                <a:solidFill>
                  <a:srgbClr val="3F5368"/>
                </a:solidFill>
                <a:latin typeface="Microsoft YaHei"/>
                <a:ea typeface="Microsoft YaHei"/>
                <a:cs typeface="Microsoft YaHei"/>
              </a:rPr>
              <a:t>4. Independent CNRS-318 zero-shot results: all five runs improved</a:t>
            </a:r>
            <a:endParaRPr sz="2550" b="1" dirty="0">
              <a:solidFill>
                <a:srgbClr val="153E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32DCBF-EAAC-4D92-BE5C-6A8ED94605A2}"/>
              </a:ext>
            </a:extLst>
          </p:cNvPr>
          <p:cNvSpPr>
            <a:spLocks noGrp="1"/>
          </p:cNvSpPr>
          <p:nvPr/>
        </p:nvSpPr>
        <p:spPr>
          <a:xfrm>
            <a:off x="11201400" y="3810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6000"/>
              </a:lnSpc>
              <a:buNone/>
              <a:defRPr sz="105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08 / 08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CD765D29-2DBD-4BC6-99C4-208077BDDAAB}"/>
              </a:ext>
            </a:extLst>
          </p:cNvPr>
          <p:cNvSpPr>
            <a:spLocks noGrp="1"/>
          </p:cNvSpPr>
          <p:nvPr/>
        </p:nvSpPr>
        <p:spPr>
          <a:xfrm>
            <a:off x="552450" y="971550"/>
            <a:ext cx="11106150" cy="0"/>
          </a:xfrm>
          <a:prstGeom prst="line">
            <a:avLst/>
          </a:prstGeom>
          <a:noFill/>
          <a:ln w="14288">
            <a:solidFill>
              <a:srgbClr val="143A63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F92313-8932-4A63-A4EB-6ED122AE0159}"/>
              </a:ext>
            </a:extLst>
          </p:cNvPr>
          <p:cNvSpPr>
            <a:spLocks noGrp="1"/>
          </p:cNvSpPr>
          <p:nvPr/>
        </p:nvSpPr>
        <p:spPr>
          <a:xfrm>
            <a:off x="9315450" y="1885950"/>
            <a:ext cx="2143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6000"/>
              </a:lnSpc>
              <a:buNone/>
              <a:defRPr sz="31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5 / 5 ↑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9E3651-30E8-4C57-9875-B0049DA27364}"/>
              </a:ext>
            </a:extLst>
          </p:cNvPr>
          <p:cNvSpPr>
            <a:spLocks noGrp="1"/>
          </p:cNvSpPr>
          <p:nvPr/>
        </p:nvSpPr>
        <p:spPr>
          <a:xfrm>
            <a:off x="9315450" y="2590800"/>
            <a:ext cx="22669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500" b="0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All five repeated runs improved</a:t>
            </a:r>
          </a:p>
          <a:p>
            <a:endParaRPr sz="1500" b="0">
              <a:solidFill>
                <a:srgbClr val="153E6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</a:pPr>
            <a:r>
              <a:rPr sz="210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Average +1.87 pp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C23EB2-5C75-4560-9AD4-13FE9B7A96EC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029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425" b="0">
                <a:solidFill>
                  <a:srgbClr val="3F5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3F5368"/>
                </a:solidFill>
                <a:latin typeface="Microsoft YaHei"/>
                <a:ea typeface="Microsoft YaHei"/>
                <a:cs typeface="Microsoft YaHei"/>
              </a:rPr>
              <a:t>CNRS-318: an independent set of experimental patterns  |  Test directly without adapting the model on CNRS data</a:t>
            </a:r>
          </a:p>
        </p:txBody>
      </p:sp>
      <p:sp>
        <p:nvSpPr>
          <p:cNvPr id="15" name="p5-gain-1">
            <a:extLst>
              <a:ext uri="{FF2B5EF4-FFF2-40B4-BE49-F238E27FC236}">
                <a16:creationId xmlns:a16="http://schemas.microsoft.com/office/drawing/2014/main" id="{622B7141-ABCB-4933-A74E-245B5E2478B0}"/>
              </a:ext>
            </a:extLst>
          </p:cNvPr>
          <p:cNvSpPr>
            <a:spLocks noGrp="1"/>
          </p:cNvSpPr>
          <p:nvPr/>
        </p:nvSpPr>
        <p:spPr>
          <a:xfrm>
            <a:off x="1504950" y="1362075"/>
            <a:ext cx="1028700" cy="2286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+1.45 pp</a:t>
            </a:r>
          </a:p>
        </p:txBody>
      </p:sp>
      <p:sp>
        <p:nvSpPr>
          <p:cNvPr id="16" name="p5-gain-2">
            <a:extLst>
              <a:ext uri="{FF2B5EF4-FFF2-40B4-BE49-F238E27FC236}">
                <a16:creationId xmlns:a16="http://schemas.microsoft.com/office/drawing/2014/main" id="{9FB679D9-4C7E-4051-8574-ECD3B1701F72}"/>
              </a:ext>
            </a:extLst>
          </p:cNvPr>
          <p:cNvSpPr>
            <a:spLocks noGrp="1"/>
          </p:cNvSpPr>
          <p:nvPr/>
        </p:nvSpPr>
        <p:spPr>
          <a:xfrm>
            <a:off x="3019425" y="1362075"/>
            <a:ext cx="1028700" cy="2286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+2.87 pp</a:t>
            </a:r>
          </a:p>
        </p:txBody>
      </p:sp>
      <p:sp>
        <p:nvSpPr>
          <p:cNvPr id="17" name="p5-gain-3">
            <a:extLst>
              <a:ext uri="{FF2B5EF4-FFF2-40B4-BE49-F238E27FC236}">
                <a16:creationId xmlns:a16="http://schemas.microsoft.com/office/drawing/2014/main" id="{A5B7775B-E1CC-436B-BB9C-3B84568E2172}"/>
              </a:ext>
            </a:extLst>
          </p:cNvPr>
          <p:cNvSpPr>
            <a:spLocks noGrp="1"/>
          </p:cNvSpPr>
          <p:nvPr/>
        </p:nvSpPr>
        <p:spPr>
          <a:xfrm>
            <a:off x="4533900" y="1362075"/>
            <a:ext cx="1028700" cy="2286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+1.29 pp</a:t>
            </a:r>
          </a:p>
        </p:txBody>
      </p:sp>
      <p:sp>
        <p:nvSpPr>
          <p:cNvPr id="18" name="p5-gain-4">
            <a:extLst>
              <a:ext uri="{FF2B5EF4-FFF2-40B4-BE49-F238E27FC236}">
                <a16:creationId xmlns:a16="http://schemas.microsoft.com/office/drawing/2014/main" id="{B02E6DE9-99E0-4695-8880-94A46DE0AD1B}"/>
              </a:ext>
            </a:extLst>
          </p:cNvPr>
          <p:cNvSpPr>
            <a:spLocks noGrp="1"/>
          </p:cNvSpPr>
          <p:nvPr/>
        </p:nvSpPr>
        <p:spPr>
          <a:xfrm>
            <a:off x="6048375" y="1362075"/>
            <a:ext cx="1028700" cy="2286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+1.46 pp</a:t>
            </a:r>
          </a:p>
        </p:txBody>
      </p:sp>
      <p:sp>
        <p:nvSpPr>
          <p:cNvPr id="19" name="p5-gain-5">
            <a:extLst>
              <a:ext uri="{FF2B5EF4-FFF2-40B4-BE49-F238E27FC236}">
                <a16:creationId xmlns:a16="http://schemas.microsoft.com/office/drawing/2014/main" id="{313EB8EC-607D-44C8-896D-B03832A0A737}"/>
              </a:ext>
            </a:extLst>
          </p:cNvPr>
          <p:cNvSpPr>
            <a:spLocks noGrp="1"/>
          </p:cNvSpPr>
          <p:nvPr/>
        </p:nvSpPr>
        <p:spPr>
          <a:xfrm>
            <a:off x="7562850" y="1362075"/>
            <a:ext cx="1028700" cy="2286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+2.28 pp</a:t>
            </a:r>
          </a:p>
        </p:txBody>
      </p:sp>
      <p:sp>
        <p:nvSpPr>
          <p:cNvPr id="21" name="p5-repeat-explanation">
            <a:extLst>
              <a:ext uri="{FF2B5EF4-FFF2-40B4-BE49-F238E27FC236}">
                <a16:creationId xmlns:a16="http://schemas.microsoft.com/office/drawing/2014/main" id="{F8B64200-5705-47F8-9078-6EE556A25257}"/>
              </a:ext>
            </a:extLst>
          </p:cNvPr>
          <p:cNvSpPr>
            <a:spLocks noGrp="1"/>
          </p:cNvSpPr>
          <p:nvPr/>
        </p:nvSpPr>
        <p:spPr>
          <a:xfrm>
            <a:off x="590550" y="6210300"/>
            <a:ext cx="8382000" cy="3048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B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B8D"/>
                </a:solidFill>
                <a:latin typeface="Microsoft YaHei"/>
                <a:ea typeface="Microsoft YaHei"/>
                <a:cs typeface="Microsoft YaHei"/>
              </a:rPr>
              <a:t>The model was tested directly on CNRS data without adaptation and still showed a gain.</a:t>
            </a:r>
          </a:p>
        </p:txBody>
      </p:sp>
      <p:graphicFrame>
        <p:nvGraphicFramePr>
          <p:cNvPr id="35" name="p7-cnrs-direct-bars"/>
          <p:cNvGraphicFramePr/>
          <p:nvPr/>
        </p:nvGraphicFramePr>
        <p:xfrm>
          <a:off x="590550" y="1638300"/>
          <a:ext cx="8382000" cy="4457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27447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44782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1755</Words>
  <Application>Microsoft Office PowerPoint</Application>
  <DocSecurity>0</DocSecurity>
  <PresentationFormat>宽屏</PresentationFormat>
  <Paragraphs>245</Paragraphs>
  <Slides>13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舒凡 张</cp:lastModifiedBy>
  <cp:revision>8</cp:revision>
  <dcterms:created xsi:type="dcterms:W3CDTF">2026-09-01T13:32:03Z</dcterms:created>
  <dcterms:modified xsi:type="dcterms:W3CDTF">2026-10-20T13:27:14Z</dcterms:modified>
</cp:coreProperties>
</file>